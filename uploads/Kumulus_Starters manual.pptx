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16"/>
  </p:notesMasterIdLst>
  <p:handoutMasterIdLst>
    <p:handoutMasterId r:id="rId17"/>
  </p:handoutMasterIdLst>
  <p:sldIdLst>
    <p:sldId id="2046" r:id="rId5"/>
    <p:sldId id="2619" r:id="rId6"/>
    <p:sldId id="2616" r:id="rId7"/>
    <p:sldId id="2627" r:id="rId8"/>
    <p:sldId id="2618" r:id="rId9"/>
    <p:sldId id="2620" r:id="rId10"/>
    <p:sldId id="2622" r:id="rId11"/>
    <p:sldId id="2617" r:id="rId12"/>
    <p:sldId id="2621" r:id="rId13"/>
    <p:sldId id="2623" r:id="rId14"/>
    <p:sldId id="2625" r:id="rId15"/>
  </p:sldIdLst>
  <p:sldSz cx="9144000" cy="6858000" type="screen4x3"/>
  <p:notesSz cx="6792913" cy="992505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8" pos="113" userDrawn="1">
          <p15:clr>
            <a:srgbClr val="A4A3A4"/>
          </p15:clr>
        </p15:guide>
        <p15:guide id="44" orient="horz" pos="3456" userDrawn="1">
          <p15:clr>
            <a:srgbClr val="A4A3A4"/>
          </p15:clr>
        </p15:guide>
        <p15:guide id="45" orient="horz" pos="1434" userDrawn="1">
          <p15:clr>
            <a:srgbClr val="A4A3A4"/>
          </p15:clr>
        </p15:guide>
        <p15:guide id="46" orient="horz" pos="2999" userDrawn="1">
          <p15:clr>
            <a:srgbClr val="A4A3A4"/>
          </p15:clr>
        </p15:guide>
        <p15:guide id="47" pos="4762" userDrawn="1">
          <p15:clr>
            <a:srgbClr val="A4A3A4"/>
          </p15:clr>
        </p15:guide>
        <p15:guide id="48" pos="5647" userDrawn="1">
          <p15:clr>
            <a:srgbClr val="A4A3A4"/>
          </p15:clr>
        </p15:guide>
        <p15:guide id="49" pos="4445" userDrawn="1">
          <p15:clr>
            <a:srgbClr val="A4A3A4"/>
          </p15:clr>
        </p15:guide>
        <p15:guide id="50" orient="horz" pos="1104" userDrawn="1">
          <p15:clr>
            <a:srgbClr val="A4A3A4"/>
          </p15:clr>
        </p15:guide>
        <p15:guide id="51" orient="horz" pos="3929" userDrawn="1">
          <p15:clr>
            <a:srgbClr val="A4A3A4"/>
          </p15:clr>
        </p15:guide>
        <p15:guide id="52" orient="horz" pos="2160" userDrawn="1">
          <p15:clr>
            <a:srgbClr val="A4A3A4"/>
          </p15:clr>
        </p15:guide>
        <p15:guide id="53" pos="2880" userDrawn="1">
          <p15:clr>
            <a:srgbClr val="A4A3A4"/>
          </p15:clr>
        </p15:guide>
        <p15:guide id="54" pos="4989" userDrawn="1">
          <p15:clr>
            <a:srgbClr val="A4A3A4"/>
          </p15:clr>
        </p15:guide>
        <p15:guide id="55" pos="1202"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t Collier" initials="BC" lastIdx="1" clrIdx="0">
    <p:extLst>
      <p:ext uri="{19B8F6BF-5375-455C-9EA6-DF929625EA0E}">
        <p15:presenceInfo xmlns:p15="http://schemas.microsoft.com/office/powerpoint/2012/main" userId="S-1-12-1-4131977004-1201941939-987612311-3131944369" providerId="AD"/>
      </p:ext>
    </p:extLst>
  </p:cmAuthor>
  <p:cmAuthor id="2" name="Henk Vivile" initials="HV" lastIdx="4" clrIdx="1">
    <p:extLst>
      <p:ext uri="{19B8F6BF-5375-455C-9EA6-DF929625EA0E}">
        <p15:presenceInfo xmlns:p15="http://schemas.microsoft.com/office/powerpoint/2012/main" userId="S-1-12-1-738620269-1258746291-3599644309-4242900993" providerId="AD"/>
      </p:ext>
    </p:extLst>
  </p:cmAuthor>
  <p:cmAuthor id="3" name="Lorenz Luttgens" initials="LL" lastIdx="2" clrIdx="2">
    <p:extLst>
      <p:ext uri="{19B8F6BF-5375-455C-9EA6-DF929625EA0E}">
        <p15:presenceInfo xmlns:p15="http://schemas.microsoft.com/office/powerpoint/2012/main" userId="S::lorenz.luttgens@kumuluspartners.com::3a24496f-dfcb-4343-9bf3-d6be6a7dfc8f" providerId="AD"/>
      </p:ext>
    </p:extLst>
  </p:cmAuthor>
  <p:cmAuthor id="4" name="Christophe Rabet" initials="CR" lastIdx="1" clrIdx="3">
    <p:extLst>
      <p:ext uri="{19B8F6BF-5375-455C-9EA6-DF929625EA0E}">
        <p15:presenceInfo xmlns:p15="http://schemas.microsoft.com/office/powerpoint/2012/main" userId="S::Christophe.Rabet@kumuluspartners.com::6c8a5c22-6a1e-496e-a55c-0010330732b8" providerId="AD"/>
      </p:ext>
    </p:extLst>
  </p:cmAuthor>
  <p:cmAuthor id="5" name="Ruben Goeman" initials="RG" lastIdx="1" clrIdx="4">
    <p:extLst>
      <p:ext uri="{19B8F6BF-5375-455C-9EA6-DF929625EA0E}">
        <p15:presenceInfo xmlns:p15="http://schemas.microsoft.com/office/powerpoint/2012/main" userId="S::Ruben.Goeman@kumuluspartners.com::a465110d-17e0-41ba-bae7-a2612757f2b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466E"/>
    <a:srgbClr val="7F7F7F"/>
    <a:srgbClr val="969696"/>
    <a:srgbClr val="637189"/>
    <a:srgbClr val="569AC2"/>
    <a:srgbClr val="3484BA"/>
    <a:srgbClr val="A8B1C1"/>
    <a:srgbClr val="071D49"/>
    <a:srgbClr val="000000"/>
    <a:srgbClr val="D8DC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69344A-544C-43A8-9C82-683A5ADF31FF}" v="31" dt="2026-06-08T13:36:29.3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20" y="-568"/>
      </p:cViewPr>
      <p:guideLst>
        <p:guide pos="113"/>
        <p:guide orient="horz" pos="3456"/>
        <p:guide orient="horz" pos="1434"/>
        <p:guide orient="horz" pos="2999"/>
        <p:guide pos="4762"/>
        <p:guide pos="5647"/>
        <p:guide pos="4445"/>
        <p:guide orient="horz" pos="1104"/>
        <p:guide orient="horz" pos="3929"/>
        <p:guide orient="horz" pos="2160"/>
        <p:guide pos="2880"/>
        <p:guide pos="4989"/>
        <p:guide pos="1202"/>
      </p:guideLst>
    </p:cSldViewPr>
  </p:slideViewPr>
  <p:notesTextViewPr>
    <p:cViewPr>
      <p:scale>
        <a:sx n="1" d="1"/>
        <a:sy n="1" d="1"/>
      </p:scale>
      <p:origin x="0" y="0"/>
    </p:cViewPr>
  </p:notesTextViewPr>
  <p:notesViewPr>
    <p:cSldViewPr snapToGrid="0">
      <p:cViewPr>
        <p:scale>
          <a:sx n="1" d="2"/>
          <a:sy n="1" d="2"/>
        </p:scale>
        <p:origin x="0" y="0"/>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ern 4" userId="81da1596-4d60-495b-b930-be3393ae8300" providerId="ADAL" clId="{0B94FAFC-C440-4169-8BB8-185320308060}"/>
    <pc:docChg chg="undo custSel modSld">
      <pc:chgData name="Intern 4" userId="81da1596-4d60-495b-b930-be3393ae8300" providerId="ADAL" clId="{0B94FAFC-C440-4169-8BB8-185320308060}" dt="2026-06-04T17:00:52.214" v="8" actId="20577"/>
      <pc:docMkLst>
        <pc:docMk/>
      </pc:docMkLst>
      <pc:sldChg chg="addSp delSp modSp mod">
        <pc:chgData name="Intern 4" userId="81da1596-4d60-495b-b930-be3393ae8300" providerId="ADAL" clId="{0B94FAFC-C440-4169-8BB8-185320308060}" dt="2026-06-01T09:06:28.693" v="5" actId="11529"/>
        <pc:sldMkLst>
          <pc:docMk/>
          <pc:sldMk cId="3338645075" sldId="2621"/>
        </pc:sldMkLst>
        <pc:spChg chg="mod">
          <ac:chgData name="Intern 4" userId="81da1596-4d60-495b-b930-be3393ae8300" providerId="ADAL" clId="{0B94FAFC-C440-4169-8BB8-185320308060}" dt="2026-06-01T07:21:16.061" v="1" actId="1076"/>
          <ac:spMkLst>
            <pc:docMk/>
            <pc:sldMk cId="3338645075" sldId="2621"/>
            <ac:spMk id="9" creationId="{891DE43F-A9A0-4A24-DD9D-F0BA05FC3D10}"/>
          </ac:spMkLst>
        </pc:spChg>
      </pc:sldChg>
      <pc:sldChg chg="modSp mod">
        <pc:chgData name="Intern 4" userId="81da1596-4d60-495b-b930-be3393ae8300" providerId="ADAL" clId="{0B94FAFC-C440-4169-8BB8-185320308060}" dt="2026-06-04T17:00:52.214" v="8" actId="20577"/>
        <pc:sldMkLst>
          <pc:docMk/>
          <pc:sldMk cId="160097921" sldId="2625"/>
        </pc:sldMkLst>
        <pc:spChg chg="mod">
          <ac:chgData name="Intern 4" userId="81da1596-4d60-495b-b930-be3393ae8300" providerId="ADAL" clId="{0B94FAFC-C440-4169-8BB8-185320308060}" dt="2026-06-04T17:00:52.214" v="8" actId="20577"/>
          <ac:spMkLst>
            <pc:docMk/>
            <pc:sldMk cId="160097921" sldId="2625"/>
            <ac:spMk id="8" creationId="{77FF8BF0-2FB2-AC1C-1148-D6963DEE604B}"/>
          </ac:spMkLst>
        </pc:spChg>
      </pc:sldChg>
    </pc:docChg>
  </pc:docChgLst>
  <pc:docChgLst>
    <pc:chgData name="Marco Tinck" userId="d580126c-8220-4bef-a7dd-ba239670fdf8" providerId="ADAL" clId="{487B58C8-FEE0-4684-A2E6-C02974DB02A5}"/>
    <pc:docChg chg="custSel modSld">
      <pc:chgData name="Marco Tinck" userId="d580126c-8220-4bef-a7dd-ba239670fdf8" providerId="ADAL" clId="{487B58C8-FEE0-4684-A2E6-C02974DB02A5}" dt="2026-06-08T13:36:43.254" v="29" actId="478"/>
      <pc:docMkLst>
        <pc:docMk/>
      </pc:docMkLst>
      <pc:sldChg chg="addSp delSp modSp mod">
        <pc:chgData name="Marco Tinck" userId="d580126c-8220-4bef-a7dd-ba239670fdf8" providerId="ADAL" clId="{487B58C8-FEE0-4684-A2E6-C02974DB02A5}" dt="2026-06-08T13:36:43.254" v="29" actId="478"/>
        <pc:sldMkLst>
          <pc:docMk/>
          <pc:sldMk cId="3630589913" sldId="2618"/>
        </pc:sldMkLst>
        <pc:graphicFrameChg chg="add del mod">
          <ac:chgData name="Marco Tinck" userId="d580126c-8220-4bef-a7dd-ba239670fdf8" providerId="ADAL" clId="{487B58C8-FEE0-4684-A2E6-C02974DB02A5}" dt="2026-06-08T13:36:43.254" v="29" actId="478"/>
          <ac:graphicFrameMkLst>
            <pc:docMk/>
            <pc:sldMk cId="3630589913" sldId="2618"/>
            <ac:graphicFrameMk id="20" creationId="{D13E0FDF-E75A-85A3-3FF1-723CC03EA3C4}"/>
          </ac:graphicFrameMkLst>
        </pc:graphicFrameChg>
      </pc:sldChg>
      <pc:sldChg chg="addSp delSp modSp mod">
        <pc:chgData name="Marco Tinck" userId="d580126c-8220-4bef-a7dd-ba239670fdf8" providerId="ADAL" clId="{487B58C8-FEE0-4684-A2E6-C02974DB02A5}" dt="2026-06-08T13:30:55.097" v="3" actId="478"/>
        <pc:sldMkLst>
          <pc:docMk/>
          <pc:sldMk cId="1864611787" sldId="2627"/>
        </pc:sldMkLst>
        <pc:spChg chg="add del mod">
          <ac:chgData name="Marco Tinck" userId="d580126c-8220-4bef-a7dd-ba239670fdf8" providerId="ADAL" clId="{487B58C8-FEE0-4684-A2E6-C02974DB02A5}" dt="2026-06-08T13:30:55.097" v="3" actId="478"/>
          <ac:spMkLst>
            <pc:docMk/>
            <pc:sldMk cId="1864611787" sldId="2627"/>
            <ac:spMk id="2" creationId="{9591EFA1-B056-5E9C-C266-C7BD682CF766}"/>
          </ac:spMkLst>
        </pc:spChg>
      </pc:sldChg>
    </pc:docChg>
  </pc:docChgLst>
  <pc:docChgLst>
    <pc:chgData name="Intern 2" userId="4e094b25-6db9-451d-8a1c-25916e437dbf" providerId="ADAL" clId="{F52F7BC0-BD4A-4EE3-B3F7-70B39D78540C}"/>
    <pc:docChg chg="undo redo custSel addSld delSld modSld modMainMaster">
      <pc:chgData name="Intern 2" userId="4e094b25-6db9-451d-8a1c-25916e437dbf" providerId="ADAL" clId="{F52F7BC0-BD4A-4EE3-B3F7-70B39D78540C}" dt="2026-06-04T13:03:30.631" v="2846" actId="20577"/>
      <pc:docMkLst>
        <pc:docMk/>
      </pc:docMkLst>
      <pc:sldChg chg="modSp mod">
        <pc:chgData name="Intern 2" userId="4e094b25-6db9-451d-8a1c-25916e437dbf" providerId="ADAL" clId="{F52F7BC0-BD4A-4EE3-B3F7-70B39D78540C}" dt="2026-06-02T12:58:35.166" v="2397"/>
        <pc:sldMkLst>
          <pc:docMk/>
          <pc:sldMk cId="3324794451" sldId="2046"/>
        </pc:sldMkLst>
        <pc:spChg chg="mod">
          <ac:chgData name="Intern 2" userId="4e094b25-6db9-451d-8a1c-25916e437dbf" providerId="ADAL" clId="{F52F7BC0-BD4A-4EE3-B3F7-70B39D78540C}" dt="2026-06-02T12:58:35.166" v="2397"/>
          <ac:spMkLst>
            <pc:docMk/>
            <pc:sldMk cId="3324794451" sldId="2046"/>
            <ac:spMk id="2" creationId="{4D46D000-0C49-4342-9A30-2444228ECEB2}"/>
          </ac:spMkLst>
        </pc:spChg>
        <pc:spChg chg="mod">
          <ac:chgData name="Intern 2" userId="4e094b25-6db9-451d-8a1c-25916e437dbf" providerId="ADAL" clId="{F52F7BC0-BD4A-4EE3-B3F7-70B39D78540C}" dt="2026-06-02T08:19:21.499" v="1592" actId="20577"/>
          <ac:spMkLst>
            <pc:docMk/>
            <pc:sldMk cId="3324794451" sldId="2046"/>
            <ac:spMk id="3" creationId="{91E06BB6-67F4-40F0-8070-58DE71834C56}"/>
          </ac:spMkLst>
        </pc:spChg>
      </pc:sldChg>
      <pc:sldChg chg="delSp modSp mod">
        <pc:chgData name="Intern 2" userId="4e094b25-6db9-451d-8a1c-25916e437dbf" providerId="ADAL" clId="{F52F7BC0-BD4A-4EE3-B3F7-70B39D78540C}" dt="2026-06-02T08:38:35.681" v="2163"/>
        <pc:sldMkLst>
          <pc:docMk/>
          <pc:sldMk cId="2393421115" sldId="2616"/>
        </pc:sldMkLst>
        <pc:spChg chg="mod">
          <ac:chgData name="Intern 2" userId="4e094b25-6db9-451d-8a1c-25916e437dbf" providerId="ADAL" clId="{F52F7BC0-BD4A-4EE3-B3F7-70B39D78540C}" dt="2026-06-02T08:30:44.390" v="2035" actId="20577"/>
          <ac:spMkLst>
            <pc:docMk/>
            <pc:sldMk cId="2393421115" sldId="2616"/>
            <ac:spMk id="5" creationId="{F61CCC42-1910-4D3B-A7CA-E94C0A834F5A}"/>
          </ac:spMkLst>
        </pc:spChg>
        <pc:spChg chg="mod">
          <ac:chgData name="Intern 2" userId="4e094b25-6db9-451d-8a1c-25916e437dbf" providerId="ADAL" clId="{F52F7BC0-BD4A-4EE3-B3F7-70B39D78540C}" dt="2026-06-02T08:30:48.902" v="2042" actId="20577"/>
          <ac:spMkLst>
            <pc:docMk/>
            <pc:sldMk cId="2393421115" sldId="2616"/>
            <ac:spMk id="7" creationId="{67067AC9-920E-4947-BFE1-79B1C7CE7EE7}"/>
          </ac:spMkLst>
        </pc:spChg>
        <pc:spChg chg="mod">
          <ac:chgData name="Intern 2" userId="4e094b25-6db9-451d-8a1c-25916e437dbf" providerId="ADAL" clId="{F52F7BC0-BD4A-4EE3-B3F7-70B39D78540C}" dt="2026-06-02T08:38:35.681" v="2163"/>
          <ac:spMkLst>
            <pc:docMk/>
            <pc:sldMk cId="2393421115" sldId="2616"/>
            <ac:spMk id="8" creationId="{0B75B5B7-0FBE-4375-AA76-6E8D33CB2B9B}"/>
          </ac:spMkLst>
        </pc:spChg>
        <pc:spChg chg="mod">
          <ac:chgData name="Intern 2" userId="4e094b25-6db9-451d-8a1c-25916e437dbf" providerId="ADAL" clId="{F52F7BC0-BD4A-4EE3-B3F7-70B39D78540C}" dt="2026-06-02T08:38:31.700" v="2161"/>
          <ac:spMkLst>
            <pc:docMk/>
            <pc:sldMk cId="2393421115" sldId="2616"/>
            <ac:spMk id="9" creationId="{F04FCD84-AACC-4420-8C7B-5C3177B989B0}"/>
          </ac:spMkLst>
        </pc:spChg>
        <pc:spChg chg="mod">
          <ac:chgData name="Intern 2" userId="4e094b25-6db9-451d-8a1c-25916e437dbf" providerId="ADAL" clId="{F52F7BC0-BD4A-4EE3-B3F7-70B39D78540C}" dt="2026-06-02T08:38:35.681" v="2163"/>
          <ac:spMkLst>
            <pc:docMk/>
            <pc:sldMk cId="2393421115" sldId="2616"/>
            <ac:spMk id="23" creationId="{5A67B02D-E8A0-4F39-6CED-078C3924F605}"/>
          </ac:spMkLst>
        </pc:spChg>
      </pc:sldChg>
      <pc:sldChg chg="addSp modSp mod">
        <pc:chgData name="Intern 2" userId="4e094b25-6db9-451d-8a1c-25916e437dbf" providerId="ADAL" clId="{F52F7BC0-BD4A-4EE3-B3F7-70B39D78540C}" dt="2026-06-02T08:39:33.613" v="2179"/>
        <pc:sldMkLst>
          <pc:docMk/>
          <pc:sldMk cId="2766585585" sldId="2617"/>
        </pc:sldMkLst>
        <pc:spChg chg="add mod">
          <ac:chgData name="Intern 2" userId="4e094b25-6db9-451d-8a1c-25916e437dbf" providerId="ADAL" clId="{F52F7BC0-BD4A-4EE3-B3F7-70B39D78540C}" dt="2026-06-02T08:39:29.416" v="2177"/>
          <ac:spMkLst>
            <pc:docMk/>
            <pc:sldMk cId="2766585585" sldId="2617"/>
            <ac:spMk id="4" creationId="{987538FD-1EAC-03A5-8419-06EE146E0EA8}"/>
          </ac:spMkLst>
        </pc:spChg>
        <pc:spChg chg="mod">
          <ac:chgData name="Intern 2" userId="4e094b25-6db9-451d-8a1c-25916e437dbf" providerId="ADAL" clId="{F52F7BC0-BD4A-4EE3-B3F7-70B39D78540C}" dt="2026-06-02T08:22:17.242" v="1672" actId="20577"/>
          <ac:spMkLst>
            <pc:docMk/>
            <pc:sldMk cId="2766585585" sldId="2617"/>
            <ac:spMk id="5" creationId="{F61CCC42-1910-4D3B-A7CA-E94C0A834F5A}"/>
          </ac:spMkLst>
        </pc:spChg>
        <pc:spChg chg="mod">
          <ac:chgData name="Intern 2" userId="4e094b25-6db9-451d-8a1c-25916e437dbf" providerId="ADAL" clId="{F52F7BC0-BD4A-4EE3-B3F7-70B39D78540C}" dt="2026-06-02T08:22:25.592" v="1684" actId="20577"/>
          <ac:spMkLst>
            <pc:docMk/>
            <pc:sldMk cId="2766585585" sldId="2617"/>
            <ac:spMk id="7" creationId="{67067AC9-920E-4947-BFE1-79B1C7CE7EE7}"/>
          </ac:spMkLst>
        </pc:spChg>
        <pc:spChg chg="mod">
          <ac:chgData name="Intern 2" userId="4e094b25-6db9-451d-8a1c-25916e437dbf" providerId="ADAL" clId="{F52F7BC0-BD4A-4EE3-B3F7-70B39D78540C}" dt="2026-06-02T08:39:33.613" v="2179"/>
          <ac:spMkLst>
            <pc:docMk/>
            <pc:sldMk cId="2766585585" sldId="2617"/>
            <ac:spMk id="8" creationId="{0B75B5B7-0FBE-4375-AA76-6E8D33CB2B9B}"/>
          </ac:spMkLst>
        </pc:spChg>
        <pc:spChg chg="mod">
          <ac:chgData name="Intern 2" userId="4e094b25-6db9-451d-8a1c-25916e437dbf" providerId="ADAL" clId="{F52F7BC0-BD4A-4EE3-B3F7-70B39D78540C}" dt="2026-06-02T08:39:33.613" v="2179"/>
          <ac:spMkLst>
            <pc:docMk/>
            <pc:sldMk cId="2766585585" sldId="2617"/>
            <ac:spMk id="9" creationId="{236598B3-8D37-E4DF-1033-6AECD50268A6}"/>
          </ac:spMkLst>
        </pc:spChg>
      </pc:sldChg>
      <pc:sldChg chg="modSp mod">
        <pc:chgData name="Intern 2" userId="4e094b25-6db9-451d-8a1c-25916e437dbf" providerId="ADAL" clId="{F52F7BC0-BD4A-4EE3-B3F7-70B39D78540C}" dt="2026-06-02T08:39:01.895" v="2171"/>
        <pc:sldMkLst>
          <pc:docMk/>
          <pc:sldMk cId="3630589913" sldId="2618"/>
        </pc:sldMkLst>
        <pc:spChg chg="mod">
          <ac:chgData name="Intern 2" userId="4e094b25-6db9-451d-8a1c-25916e437dbf" providerId="ADAL" clId="{F52F7BC0-BD4A-4EE3-B3F7-70B39D78540C}" dt="2026-06-02T08:31:19.492" v="2062" actId="20577"/>
          <ac:spMkLst>
            <pc:docMk/>
            <pc:sldMk cId="3630589913" sldId="2618"/>
            <ac:spMk id="5" creationId="{0FE32383-34CC-103F-6B2C-7D5C0F04F2AC}"/>
          </ac:spMkLst>
        </pc:spChg>
        <pc:spChg chg="mod">
          <ac:chgData name="Intern 2" userId="4e094b25-6db9-451d-8a1c-25916e437dbf" providerId="ADAL" clId="{F52F7BC0-BD4A-4EE3-B3F7-70B39D78540C}" dt="2026-06-02T08:39:01.895" v="2171"/>
          <ac:spMkLst>
            <pc:docMk/>
            <pc:sldMk cId="3630589913" sldId="2618"/>
            <ac:spMk id="8" creationId="{02C5E7A2-E279-4175-08BC-ED341FCBBED6}"/>
          </ac:spMkLst>
        </pc:spChg>
        <pc:spChg chg="mod">
          <ac:chgData name="Intern 2" userId="4e094b25-6db9-451d-8a1c-25916e437dbf" providerId="ADAL" clId="{F52F7BC0-BD4A-4EE3-B3F7-70B39D78540C}" dt="2026-06-02T08:38:55.916" v="2169"/>
          <ac:spMkLst>
            <pc:docMk/>
            <pc:sldMk cId="3630589913" sldId="2618"/>
            <ac:spMk id="9" creationId="{E7B172A4-5BF6-D583-FA8E-6FB23592A28D}"/>
          </ac:spMkLst>
        </pc:spChg>
        <pc:spChg chg="mod">
          <ac:chgData name="Intern 2" userId="4e094b25-6db9-451d-8a1c-25916e437dbf" providerId="ADAL" clId="{F52F7BC0-BD4A-4EE3-B3F7-70B39D78540C}" dt="2026-06-02T08:39:01.895" v="2171"/>
          <ac:spMkLst>
            <pc:docMk/>
            <pc:sldMk cId="3630589913" sldId="2618"/>
            <ac:spMk id="18" creationId="{E28A9D1B-228B-3649-E824-7BBE442D3779}"/>
          </ac:spMkLst>
        </pc:spChg>
      </pc:sldChg>
      <pc:sldChg chg="addSp delSp modSp mod">
        <pc:chgData name="Intern 2" userId="4e094b25-6db9-451d-8a1c-25916e437dbf" providerId="ADAL" clId="{F52F7BC0-BD4A-4EE3-B3F7-70B39D78540C}" dt="2026-06-04T13:03:30.631" v="2846" actId="20577"/>
        <pc:sldMkLst>
          <pc:docMk/>
          <pc:sldMk cId="2607851842" sldId="2619"/>
        </pc:sldMkLst>
        <pc:spChg chg="add mod">
          <ac:chgData name="Intern 2" userId="4e094b25-6db9-451d-8a1c-25916e437dbf" providerId="ADAL" clId="{F52F7BC0-BD4A-4EE3-B3F7-70B39D78540C}" dt="2026-06-02T12:59:17.913" v="2407"/>
          <ac:spMkLst>
            <pc:docMk/>
            <pc:sldMk cId="2607851842" sldId="2619"/>
            <ac:spMk id="2" creationId="{306CDDFC-D593-29B1-4F76-5C5C281AA384}"/>
          </ac:spMkLst>
        </pc:spChg>
        <pc:spChg chg="add mod">
          <ac:chgData name="Intern 2" userId="4e094b25-6db9-451d-8a1c-25916e437dbf" providerId="ADAL" clId="{F52F7BC0-BD4A-4EE3-B3F7-70B39D78540C}" dt="2026-06-02T12:59:17.913" v="2407"/>
          <ac:spMkLst>
            <pc:docMk/>
            <pc:sldMk cId="2607851842" sldId="2619"/>
            <ac:spMk id="3" creationId="{9EC6D998-A0CC-73F2-4536-268C8642BB6D}"/>
          </ac:spMkLst>
        </pc:spChg>
        <pc:spChg chg="mod">
          <ac:chgData name="Intern 2" userId="4e094b25-6db9-451d-8a1c-25916e437dbf" providerId="ADAL" clId="{F52F7BC0-BD4A-4EE3-B3F7-70B39D78540C}" dt="2026-06-04T13:03:30.631" v="2846" actId="20577"/>
          <ac:spMkLst>
            <pc:docMk/>
            <pc:sldMk cId="2607851842" sldId="2619"/>
            <ac:spMk id="8" creationId="{D06B348A-563D-4836-D407-D29323FBA296}"/>
          </ac:spMkLst>
        </pc:spChg>
        <pc:spChg chg="mod">
          <ac:chgData name="Intern 2" userId="4e094b25-6db9-451d-8a1c-25916e437dbf" providerId="ADAL" clId="{F52F7BC0-BD4A-4EE3-B3F7-70B39D78540C}" dt="2026-06-02T08:38:13.412" v="2157"/>
          <ac:spMkLst>
            <pc:docMk/>
            <pc:sldMk cId="2607851842" sldId="2619"/>
            <ac:spMk id="9" creationId="{236B6BD9-896C-4A54-0B1F-DE77C29F3E04}"/>
          </ac:spMkLst>
        </pc:spChg>
        <pc:spChg chg="mod">
          <ac:chgData name="Intern 2" userId="4e094b25-6db9-451d-8a1c-25916e437dbf" providerId="ADAL" clId="{F52F7BC0-BD4A-4EE3-B3F7-70B39D78540C}" dt="2026-06-02T08:38:18.067" v="2159"/>
          <ac:spMkLst>
            <pc:docMk/>
            <pc:sldMk cId="2607851842" sldId="2619"/>
            <ac:spMk id="18" creationId="{D51E8FF1-798E-7EB2-4F4A-2B39C884FE98}"/>
          </ac:spMkLst>
        </pc:spChg>
      </pc:sldChg>
      <pc:sldChg chg="modSp mod">
        <pc:chgData name="Intern 2" userId="4e094b25-6db9-451d-8a1c-25916e437dbf" providerId="ADAL" clId="{F52F7BC0-BD4A-4EE3-B3F7-70B39D78540C}" dt="2026-06-02T08:48:40.834" v="2219" actId="20577"/>
        <pc:sldMkLst>
          <pc:docMk/>
          <pc:sldMk cId="3323304821" sldId="2620"/>
        </pc:sldMkLst>
        <pc:spChg chg="mod">
          <ac:chgData name="Intern 2" userId="4e094b25-6db9-451d-8a1c-25916e437dbf" providerId="ADAL" clId="{F52F7BC0-BD4A-4EE3-B3F7-70B39D78540C}" dt="2026-06-02T08:31:27.101" v="2065" actId="20577"/>
          <ac:spMkLst>
            <pc:docMk/>
            <pc:sldMk cId="3323304821" sldId="2620"/>
            <ac:spMk id="5" creationId="{04E47A4C-0D6A-7D0B-0A54-17380FEF6DC4}"/>
          </ac:spMkLst>
        </pc:spChg>
        <pc:spChg chg="mod">
          <ac:chgData name="Intern 2" userId="4e094b25-6db9-451d-8a1c-25916e437dbf" providerId="ADAL" clId="{F52F7BC0-BD4A-4EE3-B3F7-70B39D78540C}" dt="2026-06-02T08:48:40.834" v="2219" actId="20577"/>
          <ac:spMkLst>
            <pc:docMk/>
            <pc:sldMk cId="3323304821" sldId="2620"/>
            <ac:spMk id="8" creationId="{432C3DF7-D812-DAD9-0889-F1C601AEED91}"/>
          </ac:spMkLst>
        </pc:spChg>
        <pc:spChg chg="mod">
          <ac:chgData name="Intern 2" userId="4e094b25-6db9-451d-8a1c-25916e437dbf" providerId="ADAL" clId="{F52F7BC0-BD4A-4EE3-B3F7-70B39D78540C}" dt="2026-06-02T08:37:58.053" v="2149"/>
          <ac:spMkLst>
            <pc:docMk/>
            <pc:sldMk cId="3323304821" sldId="2620"/>
            <ac:spMk id="9" creationId="{E15D3240-B4E4-EFB3-31DE-E071E5787214}"/>
          </ac:spMkLst>
        </pc:spChg>
        <pc:spChg chg="mod">
          <ac:chgData name="Intern 2" userId="4e094b25-6db9-451d-8a1c-25916e437dbf" providerId="ADAL" clId="{F52F7BC0-BD4A-4EE3-B3F7-70B39D78540C}" dt="2026-06-02T08:38:05.524" v="2155"/>
          <ac:spMkLst>
            <pc:docMk/>
            <pc:sldMk cId="3323304821" sldId="2620"/>
            <ac:spMk id="18" creationId="{58DD8E8B-E5B3-5B17-1055-370C4FC236B9}"/>
          </ac:spMkLst>
        </pc:spChg>
      </pc:sldChg>
      <pc:sldChg chg="modSp mod">
        <pc:chgData name="Intern 2" userId="4e094b25-6db9-451d-8a1c-25916e437dbf" providerId="ADAL" clId="{F52F7BC0-BD4A-4EE3-B3F7-70B39D78540C}" dt="2026-06-02T08:39:40.903" v="2183"/>
        <pc:sldMkLst>
          <pc:docMk/>
          <pc:sldMk cId="3338645075" sldId="2621"/>
        </pc:sldMkLst>
        <pc:spChg chg="mod">
          <ac:chgData name="Intern 2" userId="4e094b25-6db9-451d-8a1c-25916e437dbf" providerId="ADAL" clId="{F52F7BC0-BD4A-4EE3-B3F7-70B39D78540C}" dt="2026-06-02T08:39:40.903" v="2183"/>
          <ac:spMkLst>
            <pc:docMk/>
            <pc:sldMk cId="3338645075" sldId="2621"/>
            <ac:spMk id="8" creationId="{254F025E-928E-88E6-F9B6-8CE772FF04A8}"/>
          </ac:spMkLst>
        </pc:spChg>
        <pc:spChg chg="mod">
          <ac:chgData name="Intern 2" userId="4e094b25-6db9-451d-8a1c-25916e437dbf" providerId="ADAL" clId="{F52F7BC0-BD4A-4EE3-B3F7-70B39D78540C}" dt="2026-06-02T08:39:40.903" v="2183"/>
          <ac:spMkLst>
            <pc:docMk/>
            <pc:sldMk cId="3338645075" sldId="2621"/>
            <ac:spMk id="9" creationId="{891DE43F-A9A0-4A24-DD9D-F0BA05FC3D10}"/>
          </ac:spMkLst>
        </pc:spChg>
      </pc:sldChg>
      <pc:sldChg chg="modSp add mod">
        <pc:chgData name="Intern 2" userId="4e094b25-6db9-451d-8a1c-25916e437dbf" providerId="ADAL" clId="{F52F7BC0-BD4A-4EE3-B3F7-70B39D78540C}" dt="2026-06-02T08:39:18.844" v="2175"/>
        <pc:sldMkLst>
          <pc:docMk/>
          <pc:sldMk cId="1813557155" sldId="2622"/>
        </pc:sldMkLst>
        <pc:spChg chg="mod">
          <ac:chgData name="Intern 2" userId="4e094b25-6db9-451d-8a1c-25916e437dbf" providerId="ADAL" clId="{F52F7BC0-BD4A-4EE3-B3F7-70B39D78540C}" dt="2026-06-02T08:22:34.633" v="1686" actId="20577"/>
          <ac:spMkLst>
            <pc:docMk/>
            <pc:sldMk cId="1813557155" sldId="2622"/>
            <ac:spMk id="5" creationId="{0925F623-EF5B-FEFE-20EC-BF3350B65EFD}"/>
          </ac:spMkLst>
        </pc:spChg>
        <pc:spChg chg="mod">
          <ac:chgData name="Intern 2" userId="4e094b25-6db9-451d-8a1c-25916e437dbf" providerId="ADAL" clId="{F52F7BC0-BD4A-4EE3-B3F7-70B39D78540C}" dt="2026-06-02T08:19:51.697" v="1612" actId="20577"/>
          <ac:spMkLst>
            <pc:docMk/>
            <pc:sldMk cId="1813557155" sldId="2622"/>
            <ac:spMk id="7" creationId="{174086B9-6827-53C9-F412-64D69847BB2D}"/>
          </ac:spMkLst>
        </pc:spChg>
        <pc:spChg chg="mod">
          <ac:chgData name="Intern 2" userId="4e094b25-6db9-451d-8a1c-25916e437dbf" providerId="ADAL" clId="{F52F7BC0-BD4A-4EE3-B3F7-70B39D78540C}" dt="2026-06-02T08:39:18.844" v="2175"/>
          <ac:spMkLst>
            <pc:docMk/>
            <pc:sldMk cId="1813557155" sldId="2622"/>
            <ac:spMk id="8" creationId="{E66761A7-4B4C-B0EC-91B9-C62BE4DF6C1D}"/>
          </ac:spMkLst>
        </pc:spChg>
        <pc:spChg chg="mod">
          <ac:chgData name="Intern 2" userId="4e094b25-6db9-451d-8a1c-25916e437dbf" providerId="ADAL" clId="{F52F7BC0-BD4A-4EE3-B3F7-70B39D78540C}" dt="2026-06-02T08:39:13.881" v="2173"/>
          <ac:spMkLst>
            <pc:docMk/>
            <pc:sldMk cId="1813557155" sldId="2622"/>
            <ac:spMk id="9" creationId="{CD456D12-2CE5-351D-C59F-CC3C6E7A3DA5}"/>
          </ac:spMkLst>
        </pc:spChg>
        <pc:spChg chg="mod">
          <ac:chgData name="Intern 2" userId="4e094b25-6db9-451d-8a1c-25916e437dbf" providerId="ADAL" clId="{F52F7BC0-BD4A-4EE3-B3F7-70B39D78540C}" dt="2026-06-02T08:39:18.844" v="2175"/>
          <ac:spMkLst>
            <pc:docMk/>
            <pc:sldMk cId="1813557155" sldId="2622"/>
            <ac:spMk id="18" creationId="{7922EFAE-9C58-8893-635C-B81BF12E382B}"/>
          </ac:spMkLst>
        </pc:spChg>
      </pc:sldChg>
      <pc:sldChg chg="modSp add mod">
        <pc:chgData name="Intern 2" userId="4e094b25-6db9-451d-8a1c-25916e437dbf" providerId="ADAL" clId="{F52F7BC0-BD4A-4EE3-B3F7-70B39D78540C}" dt="2026-06-02T12:58:56.231" v="2405"/>
        <pc:sldMkLst>
          <pc:docMk/>
          <pc:sldMk cId="1788627120" sldId="2623"/>
        </pc:sldMkLst>
        <pc:spChg chg="mod">
          <ac:chgData name="Intern 2" userId="4e094b25-6db9-451d-8a1c-25916e437dbf" providerId="ADAL" clId="{F52F7BC0-BD4A-4EE3-B3F7-70B39D78540C}" dt="2026-06-02T12:58:56.231" v="2405"/>
          <ac:spMkLst>
            <pc:docMk/>
            <pc:sldMk cId="1788627120" sldId="2623"/>
            <ac:spMk id="2" creationId="{1075B839-4C04-8A09-B161-44D016C86350}"/>
          </ac:spMkLst>
        </pc:spChg>
        <pc:spChg chg="mod">
          <ac:chgData name="Intern 2" userId="4e094b25-6db9-451d-8a1c-25916e437dbf" providerId="ADAL" clId="{F52F7BC0-BD4A-4EE3-B3F7-70B39D78540C}" dt="2026-06-02T08:19:15.363" v="1585" actId="20577"/>
          <ac:spMkLst>
            <pc:docMk/>
            <pc:sldMk cId="1788627120" sldId="2623"/>
            <ac:spMk id="3" creationId="{DBF43C43-F4CF-4474-009A-68FCB53DD428}"/>
          </ac:spMkLst>
        </pc:spChg>
      </pc:sldChg>
      <pc:sldChg chg="modSp add mod">
        <pc:chgData name="Intern 2" userId="4e094b25-6db9-451d-8a1c-25916e437dbf" providerId="ADAL" clId="{F52F7BC0-BD4A-4EE3-B3F7-70B39D78540C}" dt="2026-06-02T15:20:08.637" v="2586" actId="20577"/>
        <pc:sldMkLst>
          <pc:docMk/>
          <pc:sldMk cId="160097921" sldId="2625"/>
        </pc:sldMkLst>
        <pc:spChg chg="mod">
          <ac:chgData name="Intern 2" userId="4e094b25-6db9-451d-8a1c-25916e437dbf" providerId="ADAL" clId="{F52F7BC0-BD4A-4EE3-B3F7-70B39D78540C}" dt="2026-06-02T08:22:52.709" v="1700" actId="20577"/>
          <ac:spMkLst>
            <pc:docMk/>
            <pc:sldMk cId="160097921" sldId="2625"/>
            <ac:spMk id="5" creationId="{FE058F05-918B-808D-EFB8-40187A8885CC}"/>
          </ac:spMkLst>
        </pc:spChg>
        <pc:spChg chg="mod">
          <ac:chgData name="Intern 2" userId="4e094b25-6db9-451d-8a1c-25916e437dbf" providerId="ADAL" clId="{F52F7BC0-BD4A-4EE3-B3F7-70B39D78540C}" dt="2026-06-02T08:23:02.161" v="1701" actId="20577"/>
          <ac:spMkLst>
            <pc:docMk/>
            <pc:sldMk cId="160097921" sldId="2625"/>
            <ac:spMk id="7" creationId="{DF36C675-182A-7788-324D-4F5CC1D3F6AC}"/>
          </ac:spMkLst>
        </pc:spChg>
        <pc:spChg chg="mod">
          <ac:chgData name="Intern 2" userId="4e094b25-6db9-451d-8a1c-25916e437dbf" providerId="ADAL" clId="{F52F7BC0-BD4A-4EE3-B3F7-70B39D78540C}" dt="2026-06-02T15:20:08.637" v="2586" actId="20577"/>
          <ac:spMkLst>
            <pc:docMk/>
            <pc:sldMk cId="160097921" sldId="2625"/>
            <ac:spMk id="8" creationId="{77FF8BF0-2FB2-AC1C-1148-D6963DEE604B}"/>
          </ac:spMkLst>
        </pc:spChg>
        <pc:spChg chg="mod">
          <ac:chgData name="Intern 2" userId="4e094b25-6db9-451d-8a1c-25916e437dbf" providerId="ADAL" clId="{F52F7BC0-BD4A-4EE3-B3F7-70B39D78540C}" dt="2026-06-02T08:39:52.625" v="2185"/>
          <ac:spMkLst>
            <pc:docMk/>
            <pc:sldMk cId="160097921" sldId="2625"/>
            <ac:spMk id="9" creationId="{14A46FEF-93A5-61E4-A2C8-7CBF54A51F19}"/>
          </ac:spMkLst>
        </pc:spChg>
        <pc:spChg chg="mod">
          <ac:chgData name="Intern 2" userId="4e094b25-6db9-451d-8a1c-25916e437dbf" providerId="ADAL" clId="{F52F7BC0-BD4A-4EE3-B3F7-70B39D78540C}" dt="2026-06-02T08:39:55.291" v="2187"/>
          <ac:spMkLst>
            <pc:docMk/>
            <pc:sldMk cId="160097921" sldId="2625"/>
            <ac:spMk id="18" creationId="{95569AF1-43C0-8C6B-6A3F-2BC168D9617B}"/>
          </ac:spMkLst>
        </pc:spChg>
      </pc:sldChg>
      <pc:sldChg chg="modSp add mod">
        <pc:chgData name="Intern 2" userId="4e094b25-6db9-451d-8a1c-25916e437dbf" providerId="ADAL" clId="{F52F7BC0-BD4A-4EE3-B3F7-70B39D78540C}" dt="2026-06-02T08:47:56.868" v="2218" actId="313"/>
        <pc:sldMkLst>
          <pc:docMk/>
          <pc:sldMk cId="1864611787" sldId="2627"/>
        </pc:sldMkLst>
        <pc:spChg chg="mod">
          <ac:chgData name="Intern 2" userId="4e094b25-6db9-451d-8a1c-25916e437dbf" providerId="ADAL" clId="{F52F7BC0-BD4A-4EE3-B3F7-70B39D78540C}" dt="2026-06-02T08:31:12.187" v="2059" actId="20577"/>
          <ac:spMkLst>
            <pc:docMk/>
            <pc:sldMk cId="1864611787" sldId="2627"/>
            <ac:spMk id="5" creationId="{41B3EA10-3099-22C4-CB97-FD21AC4F1B63}"/>
          </ac:spMkLst>
        </pc:spChg>
        <pc:spChg chg="mod">
          <ac:chgData name="Intern 2" userId="4e094b25-6db9-451d-8a1c-25916e437dbf" providerId="ADAL" clId="{F52F7BC0-BD4A-4EE3-B3F7-70B39D78540C}" dt="2026-06-02T08:47:56.868" v="2218" actId="313"/>
          <ac:spMkLst>
            <pc:docMk/>
            <pc:sldMk cId="1864611787" sldId="2627"/>
            <ac:spMk id="8" creationId="{8D1E2D4C-7F81-74E2-43FE-DD33F2F0EEF0}"/>
          </ac:spMkLst>
        </pc:spChg>
        <pc:spChg chg="mod">
          <ac:chgData name="Intern 2" userId="4e094b25-6db9-451d-8a1c-25916e437dbf" providerId="ADAL" clId="{F52F7BC0-BD4A-4EE3-B3F7-70B39D78540C}" dt="2026-06-02T08:38:45.676" v="2165"/>
          <ac:spMkLst>
            <pc:docMk/>
            <pc:sldMk cId="1864611787" sldId="2627"/>
            <ac:spMk id="9" creationId="{F0967B07-22FB-B2E0-1536-0849CD7E69E8}"/>
          </ac:spMkLst>
        </pc:spChg>
        <pc:spChg chg="mod">
          <ac:chgData name="Intern 2" userId="4e094b25-6db9-451d-8a1c-25916e437dbf" providerId="ADAL" clId="{F52F7BC0-BD4A-4EE3-B3F7-70B39D78540C}" dt="2026-06-02T08:38:48.855" v="2167"/>
          <ac:spMkLst>
            <pc:docMk/>
            <pc:sldMk cId="1864611787" sldId="2627"/>
            <ac:spMk id="23" creationId="{688EF8EC-EF6E-64AF-2058-DB2F6E5F7A59}"/>
          </ac:spMkLst>
        </pc:spChg>
        <pc:grpChg chg="mod">
          <ac:chgData name="Intern 2" userId="4e094b25-6db9-451d-8a1c-25916e437dbf" providerId="ADAL" clId="{F52F7BC0-BD4A-4EE3-B3F7-70B39D78540C}" dt="2026-06-02T08:45:45.049" v="2202" actId="1035"/>
          <ac:grpSpMkLst>
            <pc:docMk/>
            <pc:sldMk cId="1864611787" sldId="2627"/>
            <ac:grpSpMk id="28" creationId="{3A91AF95-905C-94C5-21EE-E03157535D2D}"/>
          </ac:grpSpMkLst>
        </pc:grpChg>
      </pc:sldChg>
      <pc:sldMasterChg chg="modSldLayout">
        <pc:chgData name="Intern 2" userId="4e094b25-6db9-451d-8a1c-25916e437dbf" providerId="ADAL" clId="{F52F7BC0-BD4A-4EE3-B3F7-70B39D78540C}" dt="2026-06-02T12:58:00.327" v="2389"/>
        <pc:sldMasterMkLst>
          <pc:docMk/>
          <pc:sldMasterMk cId="698393652" sldId="2147483746"/>
        </pc:sldMasterMkLst>
        <pc:sldLayoutChg chg="addSp delSp modSp mod">
          <pc:chgData name="Intern 2" userId="4e094b25-6db9-451d-8a1c-25916e437dbf" providerId="ADAL" clId="{F52F7BC0-BD4A-4EE3-B3F7-70B39D78540C}" dt="2026-06-02T12:55:24.936" v="2334" actId="1037"/>
          <pc:sldLayoutMkLst>
            <pc:docMk/>
            <pc:sldMasterMk cId="698393652" sldId="2147483746"/>
            <pc:sldLayoutMk cId="339571135" sldId="2147483757"/>
          </pc:sldLayoutMkLst>
          <pc:spChg chg="add mod modVis">
            <ac:chgData name="Intern 2" userId="4e094b25-6db9-451d-8a1c-25916e437dbf" providerId="ADAL" clId="{F52F7BC0-BD4A-4EE3-B3F7-70B39D78540C}" dt="2026-06-02T08:30:40.184" v="2033"/>
            <ac:spMkLst>
              <pc:docMk/>
              <pc:sldMasterMk cId="698393652" sldId="2147483746"/>
              <pc:sldLayoutMk cId="339571135" sldId="2147483757"/>
              <ac:spMk id="6" creationId="{B0D9EDE9-7252-38E7-A031-11849C0AA794}"/>
            </ac:spMkLst>
          </pc:spChg>
          <pc:spChg chg="mod">
            <ac:chgData name="Intern 2" userId="4e094b25-6db9-451d-8a1c-25916e437dbf" providerId="ADAL" clId="{F52F7BC0-BD4A-4EE3-B3F7-70B39D78540C}" dt="2026-06-02T08:55:47.893" v="2244"/>
            <ac:spMkLst>
              <pc:docMk/>
              <pc:sldMasterMk cId="698393652" sldId="2147483746"/>
              <pc:sldLayoutMk cId="339571135" sldId="2147483757"/>
              <ac:spMk id="14" creationId="{3BBAEA29-1DED-4D52-85AD-937036B9E263}"/>
            </ac:spMkLst>
          </pc:spChg>
          <pc:spChg chg="mod">
            <ac:chgData name="Intern 2" userId="4e094b25-6db9-451d-8a1c-25916e437dbf" providerId="ADAL" clId="{F52F7BC0-BD4A-4EE3-B3F7-70B39D78540C}" dt="2026-06-02T08:54:46.875" v="2222" actId="20577"/>
            <ac:spMkLst>
              <pc:docMk/>
              <pc:sldMasterMk cId="698393652" sldId="2147483746"/>
              <pc:sldLayoutMk cId="339571135" sldId="2147483757"/>
              <ac:spMk id="17" creationId="{7E9A5ECC-423A-44C7-999E-DFD1B4CA5F20}"/>
            </ac:spMkLst>
          </pc:spChg>
          <pc:picChg chg="mod">
            <ac:chgData name="Intern 2" userId="4e094b25-6db9-451d-8a1c-25916e437dbf" providerId="ADAL" clId="{F52F7BC0-BD4A-4EE3-B3F7-70B39D78540C}" dt="2026-06-02T12:55:24.936" v="2334" actId="1037"/>
            <ac:picMkLst>
              <pc:docMk/>
              <pc:sldMasterMk cId="698393652" sldId="2147483746"/>
              <pc:sldLayoutMk cId="339571135" sldId="2147483757"/>
              <ac:picMk id="12" creationId="{7F6BD28E-E6E4-4F84-9F2F-8FB6780BF258}"/>
            </ac:picMkLst>
          </pc:picChg>
        </pc:sldLayoutChg>
        <pc:sldLayoutChg chg="addSp delSp modSp mod">
          <pc:chgData name="Intern 2" userId="4e094b25-6db9-451d-8a1c-25916e437dbf" providerId="ADAL" clId="{F52F7BC0-BD4A-4EE3-B3F7-70B39D78540C}" dt="2026-06-02T12:58:00.327" v="2389"/>
          <pc:sldLayoutMkLst>
            <pc:docMk/>
            <pc:sldMasterMk cId="698393652" sldId="2147483746"/>
            <pc:sldLayoutMk cId="3017665293" sldId="2147483766"/>
          </pc:sldLayoutMkLst>
          <pc:spChg chg="add mod modVis">
            <ac:chgData name="Intern 2" userId="4e094b25-6db9-451d-8a1c-25916e437dbf" providerId="ADAL" clId="{F52F7BC0-BD4A-4EE3-B3F7-70B39D78540C}" dt="2026-06-02T08:19:55.625" v="1621"/>
            <ac:spMkLst>
              <pc:docMk/>
              <pc:sldMasterMk cId="698393652" sldId="2147483746"/>
              <pc:sldLayoutMk cId="3017665293" sldId="2147483766"/>
              <ac:spMk id="3" creationId="{2866A22A-4C7E-121B-F907-E9719DD34319}"/>
            </ac:spMkLst>
          </pc:spChg>
          <pc:spChg chg="mod">
            <ac:chgData name="Intern 2" userId="4e094b25-6db9-451d-8a1c-25916e437dbf" providerId="ADAL" clId="{F52F7BC0-BD4A-4EE3-B3F7-70B39D78540C}" dt="2026-06-02T12:58:00.327" v="2389"/>
            <ac:spMkLst>
              <pc:docMk/>
              <pc:sldMasterMk cId="698393652" sldId="2147483746"/>
              <pc:sldLayoutMk cId="3017665293" sldId="2147483766"/>
              <ac:spMk id="9" creationId="{85951026-2374-4B35-BE83-3144E22C8795}"/>
            </ac:spMkLst>
          </pc:spChg>
          <pc:spChg chg="add del mod">
            <ac:chgData name="Intern 2" userId="4e094b25-6db9-451d-8a1c-25916e437dbf" providerId="ADAL" clId="{F52F7BC0-BD4A-4EE3-B3F7-70B39D78540C}" dt="2026-06-02T12:58:00.327" v="2389"/>
            <ac:spMkLst>
              <pc:docMk/>
              <pc:sldMasterMk cId="698393652" sldId="2147483746"/>
              <pc:sldLayoutMk cId="3017665293" sldId="2147483766"/>
              <ac:spMk id="11" creationId="{D3938D27-9818-41C5-9DBE-46105ACCDE17}"/>
            </ac:spMkLst>
          </pc:spChg>
          <pc:picChg chg="mod">
            <ac:chgData name="Intern 2" userId="4e094b25-6db9-451d-8a1c-25916e437dbf" providerId="ADAL" clId="{F52F7BC0-BD4A-4EE3-B3F7-70B39D78540C}" dt="2026-06-02T12:57:48.038" v="2381"/>
            <ac:picMkLst>
              <pc:docMk/>
              <pc:sldMasterMk cId="698393652" sldId="2147483746"/>
              <pc:sldLayoutMk cId="3017665293" sldId="2147483766"/>
              <ac:picMk id="8" creationId="{14F4B510-5950-4B96-A377-C38210EA4503}"/>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10"/>
            <a:ext cx="2944071" cy="495935"/>
          </a:xfrm>
          <a:prstGeom prst="rect">
            <a:avLst/>
          </a:prstGeom>
        </p:spPr>
        <p:txBody>
          <a:bodyPr vert="horz" lIns="87998" tIns="43999" rIns="87998" bIns="43999" rtlCol="0"/>
          <a:lstStyle>
            <a:lvl1pPr algn="l">
              <a:defRPr sz="1200"/>
            </a:lvl1pPr>
          </a:lstStyle>
          <a:p>
            <a:endParaRPr lang="en-US"/>
          </a:p>
        </p:txBody>
      </p:sp>
      <p:sp>
        <p:nvSpPr>
          <p:cNvPr id="3" name="Date Placeholder 2"/>
          <p:cNvSpPr>
            <a:spLocks noGrp="1"/>
          </p:cNvSpPr>
          <p:nvPr>
            <p:ph type="dt" sz="quarter" idx="1"/>
          </p:nvPr>
        </p:nvSpPr>
        <p:spPr>
          <a:xfrm>
            <a:off x="3847266" y="10"/>
            <a:ext cx="2944071" cy="495935"/>
          </a:xfrm>
          <a:prstGeom prst="rect">
            <a:avLst/>
          </a:prstGeom>
        </p:spPr>
        <p:txBody>
          <a:bodyPr vert="horz" lIns="87998" tIns="43999" rIns="87998" bIns="43999" rtlCol="0"/>
          <a:lstStyle>
            <a:lvl1pPr algn="r">
              <a:defRPr sz="1200"/>
            </a:lvl1pPr>
          </a:lstStyle>
          <a:p>
            <a:fld id="{AC6AB8E7-53EB-42C4-889A-7CF1DA8E3EDE}" type="datetimeFigureOut">
              <a:rPr lang="en-US" smtClean="0"/>
              <a:t>6/8/2026</a:t>
            </a:fld>
            <a:endParaRPr lang="en-US"/>
          </a:p>
        </p:txBody>
      </p:sp>
      <p:sp>
        <p:nvSpPr>
          <p:cNvPr id="4" name="Footer Placeholder 3"/>
          <p:cNvSpPr>
            <a:spLocks noGrp="1"/>
          </p:cNvSpPr>
          <p:nvPr>
            <p:ph type="ftr" sz="quarter" idx="2"/>
          </p:nvPr>
        </p:nvSpPr>
        <p:spPr>
          <a:xfrm>
            <a:off x="8" y="9427543"/>
            <a:ext cx="2944071" cy="495935"/>
          </a:xfrm>
          <a:prstGeom prst="rect">
            <a:avLst/>
          </a:prstGeom>
        </p:spPr>
        <p:txBody>
          <a:bodyPr vert="horz" lIns="87998" tIns="43999" rIns="87998" bIns="43999" rtlCol="0" anchor="b"/>
          <a:lstStyle>
            <a:lvl1pPr algn="l">
              <a:defRPr sz="1200"/>
            </a:lvl1pPr>
          </a:lstStyle>
          <a:p>
            <a:endParaRPr lang="en-US"/>
          </a:p>
        </p:txBody>
      </p:sp>
      <p:sp>
        <p:nvSpPr>
          <p:cNvPr id="5" name="Slide Number Placeholder 4"/>
          <p:cNvSpPr>
            <a:spLocks noGrp="1"/>
          </p:cNvSpPr>
          <p:nvPr>
            <p:ph type="sldNum" sz="quarter" idx="3"/>
          </p:nvPr>
        </p:nvSpPr>
        <p:spPr>
          <a:xfrm>
            <a:off x="3847266" y="9427543"/>
            <a:ext cx="2944071" cy="495935"/>
          </a:xfrm>
          <a:prstGeom prst="rect">
            <a:avLst/>
          </a:prstGeom>
        </p:spPr>
        <p:txBody>
          <a:bodyPr vert="horz" lIns="87998" tIns="43999" rIns="87998" bIns="43999" rtlCol="0" anchor="b"/>
          <a:lstStyle>
            <a:lvl1pPr algn="r">
              <a:defRPr sz="1200"/>
            </a:lvl1pPr>
          </a:lstStyle>
          <a:p>
            <a:fld id="{8A76C6A6-6014-463A-9DDB-29792E2FCABA}" type="slidenum">
              <a:rPr lang="en-US" smtClean="0"/>
              <a:t>‹#›</a:t>
            </a:fld>
            <a:endParaRPr lang="en-US"/>
          </a:p>
        </p:txBody>
      </p:sp>
    </p:spTree>
    <p:extLst>
      <p:ext uri="{BB962C8B-B14F-4D97-AF65-F5344CB8AC3E}">
        <p14:creationId xmlns:p14="http://schemas.microsoft.com/office/powerpoint/2010/main" val="3690521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0"/>
            <a:ext cx="2943596" cy="496253"/>
          </a:xfrm>
          <a:prstGeom prst="rect">
            <a:avLst/>
          </a:prstGeom>
        </p:spPr>
        <p:txBody>
          <a:bodyPr vert="horz" lIns="87998" tIns="43999" rIns="87998" bIns="43999" rtlCol="0"/>
          <a:lstStyle>
            <a:lvl1pPr algn="l">
              <a:defRPr sz="1200"/>
            </a:lvl1pPr>
          </a:lstStyle>
          <a:p>
            <a:endParaRPr lang="en-US"/>
          </a:p>
        </p:txBody>
      </p:sp>
      <p:sp>
        <p:nvSpPr>
          <p:cNvPr id="3" name="Date Placeholder 2"/>
          <p:cNvSpPr>
            <a:spLocks noGrp="1"/>
          </p:cNvSpPr>
          <p:nvPr>
            <p:ph type="dt" idx="1"/>
          </p:nvPr>
        </p:nvSpPr>
        <p:spPr>
          <a:xfrm>
            <a:off x="3847748" y="0"/>
            <a:ext cx="2943596" cy="496253"/>
          </a:xfrm>
          <a:prstGeom prst="rect">
            <a:avLst/>
          </a:prstGeom>
        </p:spPr>
        <p:txBody>
          <a:bodyPr vert="horz" lIns="87998" tIns="43999" rIns="87998" bIns="43999" rtlCol="0"/>
          <a:lstStyle>
            <a:lvl1pPr algn="r">
              <a:defRPr sz="1200"/>
            </a:lvl1pPr>
          </a:lstStyle>
          <a:p>
            <a:fld id="{FACD20F6-ADE4-4D26-8E61-19643B816924}" type="datetimeFigureOut">
              <a:rPr lang="en-US" smtClean="0"/>
              <a:t>6/8/2026</a:t>
            </a:fld>
            <a:endParaRPr lang="en-US"/>
          </a:p>
        </p:txBody>
      </p:sp>
      <p:sp>
        <p:nvSpPr>
          <p:cNvPr id="4" name="Slide Image Placeholder 3"/>
          <p:cNvSpPr>
            <a:spLocks noGrp="1" noRot="1" noChangeAspect="1"/>
          </p:cNvSpPr>
          <p:nvPr>
            <p:ph type="sldImg" idx="2"/>
          </p:nvPr>
        </p:nvSpPr>
        <p:spPr>
          <a:xfrm>
            <a:off x="915988" y="746125"/>
            <a:ext cx="4960937" cy="3722688"/>
          </a:xfrm>
          <a:prstGeom prst="rect">
            <a:avLst/>
          </a:prstGeom>
          <a:noFill/>
          <a:ln w="12700">
            <a:solidFill>
              <a:prstClr val="black"/>
            </a:solidFill>
          </a:ln>
        </p:spPr>
        <p:txBody>
          <a:bodyPr vert="horz" lIns="87998" tIns="43999" rIns="87998" bIns="43999" rtlCol="0" anchor="ctr"/>
          <a:lstStyle/>
          <a:p>
            <a:endParaRPr lang="en-US"/>
          </a:p>
        </p:txBody>
      </p:sp>
      <p:sp>
        <p:nvSpPr>
          <p:cNvPr id="5" name="Notes Placeholder 4"/>
          <p:cNvSpPr>
            <a:spLocks noGrp="1"/>
          </p:cNvSpPr>
          <p:nvPr>
            <p:ph type="body" sz="quarter" idx="3"/>
          </p:nvPr>
        </p:nvSpPr>
        <p:spPr>
          <a:xfrm>
            <a:off x="679292" y="4714400"/>
            <a:ext cx="5434330" cy="4466273"/>
          </a:xfrm>
          <a:prstGeom prst="rect">
            <a:avLst/>
          </a:prstGeom>
        </p:spPr>
        <p:txBody>
          <a:bodyPr vert="horz" lIns="87998" tIns="43999" rIns="87998" bIns="4399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9427075"/>
            <a:ext cx="2943596" cy="496253"/>
          </a:xfrm>
          <a:prstGeom prst="rect">
            <a:avLst/>
          </a:prstGeom>
        </p:spPr>
        <p:txBody>
          <a:bodyPr vert="horz" lIns="87998" tIns="43999" rIns="87998" bIns="43999" rtlCol="0" anchor="b"/>
          <a:lstStyle>
            <a:lvl1pPr algn="l">
              <a:defRPr sz="1200"/>
            </a:lvl1pPr>
          </a:lstStyle>
          <a:p>
            <a:endParaRPr lang="en-US"/>
          </a:p>
        </p:txBody>
      </p:sp>
      <p:sp>
        <p:nvSpPr>
          <p:cNvPr id="7" name="Slide Number Placeholder 6"/>
          <p:cNvSpPr>
            <a:spLocks noGrp="1"/>
          </p:cNvSpPr>
          <p:nvPr>
            <p:ph type="sldNum" sz="quarter" idx="5"/>
          </p:nvPr>
        </p:nvSpPr>
        <p:spPr>
          <a:xfrm>
            <a:off x="3847748" y="9427075"/>
            <a:ext cx="2943596" cy="496253"/>
          </a:xfrm>
          <a:prstGeom prst="rect">
            <a:avLst/>
          </a:prstGeom>
        </p:spPr>
        <p:txBody>
          <a:bodyPr vert="horz" lIns="87998" tIns="43999" rIns="87998" bIns="43999" rtlCol="0" anchor="b"/>
          <a:lstStyle>
            <a:lvl1pPr algn="r">
              <a:defRPr sz="1200"/>
            </a:lvl1pPr>
          </a:lstStyle>
          <a:p>
            <a:fld id="{6ACBB7C9-3D38-4D63-B7F6-1F9A4610A4B7}" type="slidenum">
              <a:rPr lang="en-US" smtClean="0"/>
              <a:t>‹#›</a:t>
            </a:fld>
            <a:endParaRPr lang="en-US"/>
          </a:p>
        </p:txBody>
      </p:sp>
    </p:spTree>
    <p:extLst>
      <p:ext uri="{BB962C8B-B14F-4D97-AF65-F5344CB8AC3E}">
        <p14:creationId xmlns:p14="http://schemas.microsoft.com/office/powerpoint/2010/main" val="57415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Front page">
    <p:bg>
      <p:bgPr>
        <a:solidFill>
          <a:srgbClr val="FFFFFF"/>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866A22A-4C7E-121B-F907-E9719DD3431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12700" cap="flat" cmpd="sng" algn="ctr">
                <a:solidFill>
                  <a:srgbClr val="969696"/>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900" b="1">
              <a:latin typeface="Source Sans Pro" panose="020B0503030403020204" pitchFamily="34" charset="0"/>
              <a:ea typeface="Source Sans Pro" panose="020B0503030403020204" pitchFamily="34" charset="0"/>
              <a:cs typeface="Sabon Next LT" panose="02000500000000000000" pitchFamily="2" charset="0"/>
            </a:endParaRPr>
          </a:p>
        </p:txBody>
      </p:sp>
      <p:pic>
        <p:nvPicPr>
          <p:cNvPr id="8" name="Picture 7">
            <a:extLst>
              <a:ext uri="{FF2B5EF4-FFF2-40B4-BE49-F238E27FC236}">
                <a16:creationId xmlns:a16="http://schemas.microsoft.com/office/drawing/2014/main" id="{14F4B510-5950-4B96-A377-C38210EA4503}"/>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0" y="-2"/>
            <a:ext cx="9144000" cy="6858002"/>
          </a:xfrm>
          <a:prstGeom prst="rect">
            <a:avLst/>
          </a:prstGeom>
        </p:spPr>
      </p:pic>
      <p:sp>
        <p:nvSpPr>
          <p:cNvPr id="9" name="Rectangle 8">
            <a:extLst>
              <a:ext uri="{FF2B5EF4-FFF2-40B4-BE49-F238E27FC236}">
                <a16:creationId xmlns:a16="http://schemas.microsoft.com/office/drawing/2014/main" id="{85951026-2374-4B35-BE83-3144E22C8795}"/>
              </a:ext>
            </a:extLst>
          </p:cNvPr>
          <p:cNvSpPr/>
          <p:nvPr userDrawn="1"/>
        </p:nvSpPr>
        <p:spPr>
          <a:xfrm>
            <a:off x="0" y="-2"/>
            <a:ext cx="9144000" cy="6858002"/>
          </a:xfrm>
          <a:prstGeom prst="rect">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D3938D27-9818-41C5-9DBE-46105ACCDE17}"/>
              </a:ext>
            </a:extLst>
          </p:cNvPr>
          <p:cNvSpPr txBox="1"/>
          <p:nvPr userDrawn="1"/>
        </p:nvSpPr>
        <p:spPr>
          <a:xfrm>
            <a:off x="0" y="5520497"/>
            <a:ext cx="9144000" cy="1337503"/>
          </a:xfrm>
          <a:prstGeom prst="rect">
            <a:avLst/>
          </a:prstGeom>
          <a:solidFill>
            <a:schemeClr val="accent2">
              <a:lumMod val="40000"/>
              <a:lumOff val="60000"/>
              <a:alpha val="60000"/>
            </a:schemeClr>
          </a:solidFill>
        </p:spPr>
        <p:txBody>
          <a:bodyPr wrap="square" lIns="54000" rtlCol="0">
            <a:noAutofit/>
          </a:bodyPr>
          <a:lstStyle/>
          <a:p>
            <a:pPr algn="ctr"/>
            <a:endParaRPr lang="en-US" sz="1100" b="0" i="1" cap="none" baseline="0">
              <a:solidFill>
                <a:schemeClr val="bg2"/>
              </a:solidFill>
              <a:latin typeface="Merriweather" panose="00000500000000000000" pitchFamily="50" charset="0"/>
              <a:ea typeface="Source Sans Pro" panose="020B0503030403020204" pitchFamily="34" charset="0"/>
            </a:endParaRPr>
          </a:p>
        </p:txBody>
      </p:sp>
    </p:spTree>
    <p:extLst>
      <p:ext uri="{BB962C8B-B14F-4D97-AF65-F5344CB8AC3E}">
        <p14:creationId xmlns:p14="http://schemas.microsoft.com/office/powerpoint/2010/main" val="3017665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FC659C4-699B-40F6-AA90-D604BDAE287C}"/>
              </a:ext>
            </a:extLst>
          </p:cNvPr>
          <p:cNvCxnSpPr>
            <a:cxnSpLocks/>
          </p:cNvCxnSpPr>
          <p:nvPr userDrawn="1"/>
        </p:nvCxnSpPr>
        <p:spPr>
          <a:xfrm>
            <a:off x="-4820" y="1448527"/>
            <a:ext cx="9148817" cy="0"/>
          </a:xfrm>
          <a:prstGeom prst="line">
            <a:avLst/>
          </a:prstGeom>
          <a:solidFill>
            <a:schemeClr val="accent2">
              <a:lumMod val="40000"/>
              <a:lumOff val="60000"/>
            </a:schemeClr>
          </a:solidFill>
          <a:ln w="28575">
            <a:solidFill>
              <a:srgbClr val="BBC2CE">
                <a:alpha val="89804"/>
              </a:srgb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53FB08-E51D-4559-AB5E-93ADAAC36DA4}"/>
              </a:ext>
            </a:extLst>
          </p:cNvPr>
          <p:cNvCxnSpPr>
            <a:cxnSpLocks/>
          </p:cNvCxnSpPr>
          <p:nvPr userDrawn="1"/>
        </p:nvCxnSpPr>
        <p:spPr>
          <a:xfrm>
            <a:off x="-4823" y="475210"/>
            <a:ext cx="9153639" cy="0"/>
          </a:xfrm>
          <a:prstGeom prst="line">
            <a:avLst/>
          </a:prstGeom>
          <a:solidFill>
            <a:schemeClr val="accent2">
              <a:lumMod val="40000"/>
              <a:lumOff val="60000"/>
            </a:schemeClr>
          </a:solidFill>
          <a:ln w="25400">
            <a:solidFill>
              <a:srgbClr val="BBC2CE">
                <a:alpha val="89804"/>
              </a:srgb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C3B0BC7-5527-4933-8854-0451D838EE94}"/>
              </a:ext>
            </a:extLst>
          </p:cNvPr>
          <p:cNvSpPr/>
          <p:nvPr userDrawn="1"/>
        </p:nvSpPr>
        <p:spPr>
          <a:xfrm>
            <a:off x="-4820" y="485113"/>
            <a:ext cx="9148819" cy="963414"/>
          </a:xfrm>
          <a:prstGeom prst="rect">
            <a:avLst/>
          </a:prstGeom>
          <a:solidFill>
            <a:schemeClr val="accent2">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BE"/>
          </a:p>
        </p:txBody>
      </p:sp>
    </p:spTree>
    <p:extLst>
      <p:ext uri="{BB962C8B-B14F-4D97-AF65-F5344CB8AC3E}">
        <p14:creationId xmlns:p14="http://schemas.microsoft.com/office/powerpoint/2010/main" val="1072667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B0D9EDE9-7252-38E7-A031-11849C0AA79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12700" cap="flat" cmpd="sng" algn="ctr">
                <a:solidFill>
                  <a:srgbClr val="969696"/>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Text Placeholder 6">
            <a:extLst>
              <a:ext uri="{FF2B5EF4-FFF2-40B4-BE49-F238E27FC236}">
                <a16:creationId xmlns:a16="http://schemas.microsoft.com/office/drawing/2014/main" id="{24013EA8-DF1E-4995-A892-8C7B2213EC74}"/>
              </a:ext>
            </a:extLst>
          </p:cNvPr>
          <p:cNvSpPr>
            <a:spLocks noGrp="1"/>
          </p:cNvSpPr>
          <p:nvPr>
            <p:ph type="body" sz="quarter" idx="10" hasCustomPrompt="1"/>
          </p:nvPr>
        </p:nvSpPr>
        <p:spPr>
          <a:xfrm>
            <a:off x="186105" y="192402"/>
            <a:ext cx="8772923" cy="320311"/>
          </a:xfrm>
          <a:prstGeom prst="rect">
            <a:avLst/>
          </a:prstGeom>
        </p:spPr>
        <p:txBody>
          <a:bodyPr wrap="square" lIns="0" tIns="0" rIns="0" bIns="0" anchor="ctr">
            <a:noAutofit/>
          </a:bodyPr>
          <a:lstStyle>
            <a:lvl1pPr marL="0" indent="0">
              <a:buNone/>
              <a:defRPr sz="1800" b="0">
                <a:solidFill>
                  <a:schemeClr val="tx1"/>
                </a:solidFill>
                <a:latin typeface="Merriweather" panose="00000500000000000000" pitchFamily="50" charset="0"/>
              </a:defRPr>
            </a:lvl1pPr>
            <a:lvl2pPr>
              <a:defRPr>
                <a:latin typeface="Palatino Linotype" panose="02040502050505030304" pitchFamily="18" charset="0"/>
              </a:defRPr>
            </a:lvl2pPr>
            <a:lvl3pPr>
              <a:defRPr>
                <a:latin typeface="Palatino Linotype" panose="02040502050505030304" pitchFamily="18" charset="0"/>
              </a:defRPr>
            </a:lvl3pPr>
            <a:lvl4pPr>
              <a:defRPr>
                <a:latin typeface="Palatino Linotype" panose="02040502050505030304" pitchFamily="18" charset="0"/>
              </a:defRPr>
            </a:lvl4pPr>
            <a:lvl5pPr>
              <a:defRPr>
                <a:latin typeface="Palatino Linotype" panose="02040502050505030304" pitchFamily="18" charset="0"/>
              </a:defRPr>
            </a:lvl5pPr>
          </a:lstStyle>
          <a:p>
            <a:pPr lvl="0"/>
            <a:r>
              <a:rPr lang="nl-BE" noProof="0"/>
              <a:t>Click to add title</a:t>
            </a:r>
          </a:p>
        </p:txBody>
      </p:sp>
      <p:sp>
        <p:nvSpPr>
          <p:cNvPr id="14" name="Text Placeholder 6">
            <a:extLst>
              <a:ext uri="{FF2B5EF4-FFF2-40B4-BE49-F238E27FC236}">
                <a16:creationId xmlns:a16="http://schemas.microsoft.com/office/drawing/2014/main" id="{3BBAEA29-1DED-4D52-85AD-937036B9E263}"/>
              </a:ext>
            </a:extLst>
          </p:cNvPr>
          <p:cNvSpPr>
            <a:spLocks noGrp="1"/>
          </p:cNvSpPr>
          <p:nvPr>
            <p:ph type="body" sz="quarter" idx="12" hasCustomPrompt="1"/>
          </p:nvPr>
        </p:nvSpPr>
        <p:spPr>
          <a:xfrm>
            <a:off x="186105" y="524445"/>
            <a:ext cx="8772923" cy="320311"/>
          </a:xfrm>
          <a:prstGeom prst="rect">
            <a:avLst/>
          </a:prstGeom>
        </p:spPr>
        <p:txBody>
          <a:bodyPr wrap="square" lIns="0" tIns="0" rIns="0" bIns="0" anchor="ctr">
            <a:noAutofit/>
          </a:bodyPr>
          <a:lstStyle>
            <a:lvl1pPr marL="0" indent="0">
              <a:buNone/>
              <a:defRPr sz="1600" b="0">
                <a:solidFill>
                  <a:schemeClr val="accent2"/>
                </a:solidFill>
                <a:latin typeface="Merriweather" panose="00000500000000000000" pitchFamily="50" charset="0"/>
              </a:defRPr>
            </a:lvl1pPr>
            <a:lvl2pPr>
              <a:defRPr>
                <a:latin typeface="Palatino Linotype" panose="02040502050505030304" pitchFamily="18" charset="0"/>
              </a:defRPr>
            </a:lvl2pPr>
            <a:lvl3pPr>
              <a:defRPr>
                <a:latin typeface="Palatino Linotype" panose="02040502050505030304" pitchFamily="18" charset="0"/>
              </a:defRPr>
            </a:lvl3pPr>
            <a:lvl4pPr>
              <a:defRPr>
                <a:latin typeface="Palatino Linotype" panose="02040502050505030304" pitchFamily="18" charset="0"/>
              </a:defRPr>
            </a:lvl4pPr>
            <a:lvl5pPr>
              <a:defRPr>
                <a:latin typeface="Palatino Linotype" panose="02040502050505030304" pitchFamily="18" charset="0"/>
              </a:defRPr>
            </a:lvl5pPr>
          </a:lstStyle>
          <a:p>
            <a:pPr lvl="0"/>
            <a:r>
              <a:rPr lang="nl-BE" noProof="0"/>
              <a:t>Click to add subtitle</a:t>
            </a:r>
          </a:p>
        </p:txBody>
      </p:sp>
      <p:cxnSp>
        <p:nvCxnSpPr>
          <p:cNvPr id="15" name="Straight Connector 14">
            <a:extLst>
              <a:ext uri="{FF2B5EF4-FFF2-40B4-BE49-F238E27FC236}">
                <a16:creationId xmlns:a16="http://schemas.microsoft.com/office/drawing/2014/main" id="{4E90D2B8-87EE-4339-8597-E84035222137}"/>
              </a:ext>
            </a:extLst>
          </p:cNvPr>
          <p:cNvCxnSpPr/>
          <p:nvPr userDrawn="1"/>
        </p:nvCxnSpPr>
        <p:spPr>
          <a:xfrm>
            <a:off x="186105" y="882676"/>
            <a:ext cx="87732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56BFFA-624F-43E0-BE53-DDE8CAF263FD}"/>
              </a:ext>
            </a:extLst>
          </p:cNvPr>
          <p:cNvCxnSpPr/>
          <p:nvPr userDrawn="1"/>
        </p:nvCxnSpPr>
        <p:spPr>
          <a:xfrm>
            <a:off x="186105" y="6434404"/>
            <a:ext cx="87732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EAED654F-AC99-4319-B94C-AB1123DE082A}"/>
              </a:ext>
            </a:extLst>
          </p:cNvPr>
          <p:cNvSpPr>
            <a:spLocks noGrp="1"/>
          </p:cNvSpPr>
          <p:nvPr>
            <p:ph type="body" sz="quarter" idx="11"/>
          </p:nvPr>
        </p:nvSpPr>
        <p:spPr>
          <a:xfrm>
            <a:off x="191550" y="6282042"/>
            <a:ext cx="7869775" cy="154800"/>
          </a:xfrm>
          <a:prstGeom prst="rect">
            <a:avLst/>
          </a:prstGeom>
        </p:spPr>
        <p:txBody>
          <a:bodyPr wrap="square" lIns="0" tIns="0" rIns="0" bIns="7200" anchor="ctr" anchorCtr="0"/>
          <a:lstStyle>
            <a:lvl1pPr marL="0" marR="0" indent="0" algn="l" defTabSz="457200" rtl="0" eaLnBrk="1" fontAlgn="base" latinLnBrk="0" hangingPunct="1">
              <a:lnSpc>
                <a:spcPct val="100000"/>
              </a:lnSpc>
              <a:spcBef>
                <a:spcPct val="0"/>
              </a:spcBef>
              <a:spcAft>
                <a:spcPct val="0"/>
              </a:spcAft>
              <a:buClrTx/>
              <a:buSzTx/>
              <a:buFontTx/>
              <a:buNone/>
              <a:tabLst>
                <a:tab pos="3675063" algn="ctr"/>
                <a:tab pos="7178675" algn="r"/>
              </a:tabLst>
              <a:defRPr lang="nl-BE" sz="700" b="0" kern="1200" noProof="0" dirty="0">
                <a:solidFill>
                  <a:schemeClr val="bg1">
                    <a:lumMod val="50000"/>
                  </a:schemeClr>
                </a:solidFill>
                <a:latin typeface="Source sans pro"/>
                <a:ea typeface="+mn-ea"/>
                <a:cs typeface="+mn-cs"/>
              </a:defRPr>
            </a:lvl1pPr>
            <a:lvl2pPr marL="357188" indent="0">
              <a:buNone/>
              <a:defRPr sz="800"/>
            </a:lvl2pPr>
            <a:lvl3pPr marL="720725" indent="0">
              <a:buNone/>
              <a:defRPr sz="800"/>
            </a:lvl3pPr>
            <a:lvl4pPr marL="1074738" indent="0">
              <a:buNone/>
              <a:defRPr sz="800"/>
            </a:lvl4pPr>
            <a:lvl5pPr marL="1438275" indent="0">
              <a:buNone/>
              <a:defRPr sz="800"/>
            </a:lvl5pPr>
          </a:lstStyle>
          <a:p>
            <a:pPr lvl="0"/>
            <a:endParaRPr lang="nl-BE" noProof="0"/>
          </a:p>
        </p:txBody>
      </p:sp>
      <p:pic>
        <p:nvPicPr>
          <p:cNvPr id="12" name="Picture 11" descr="Logo&#10;&#10;Description automatically generated">
            <a:extLst>
              <a:ext uri="{FF2B5EF4-FFF2-40B4-BE49-F238E27FC236}">
                <a16:creationId xmlns:a16="http://schemas.microsoft.com/office/drawing/2014/main" id="{7F6BD28E-E6E4-4F84-9F2F-8FB6780BF25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209115" y="6531127"/>
            <a:ext cx="731251" cy="234000"/>
          </a:xfrm>
          <a:prstGeom prst="rect">
            <a:avLst/>
          </a:prstGeom>
        </p:spPr>
      </p:pic>
      <p:sp>
        <p:nvSpPr>
          <p:cNvPr id="17" name="Espace réservé du pied de page 4">
            <a:extLst>
              <a:ext uri="{FF2B5EF4-FFF2-40B4-BE49-F238E27FC236}">
                <a16:creationId xmlns:a16="http://schemas.microsoft.com/office/drawing/2014/main" id="{7E9A5ECC-423A-44C7-999E-DFD1B4CA5F20}"/>
              </a:ext>
            </a:extLst>
          </p:cNvPr>
          <p:cNvSpPr txBox="1">
            <a:spLocks/>
          </p:cNvSpPr>
          <p:nvPr userDrawn="1"/>
        </p:nvSpPr>
        <p:spPr bwMode="auto">
          <a:xfrm>
            <a:off x="161166" y="6566591"/>
            <a:ext cx="730879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defRPr sz="1000">
                <a:solidFill>
                  <a:schemeClr val="tx1"/>
                </a:solidFill>
                <a:latin typeface="Calibri" pitchFamily="34" charset="0"/>
              </a:defRPr>
            </a:lvl1pPr>
            <a:lvl2pPr marL="742950" indent="-285750">
              <a:defRPr sz="1000">
                <a:solidFill>
                  <a:schemeClr val="tx1"/>
                </a:solidFill>
                <a:latin typeface="Calibri" pitchFamily="34" charset="0"/>
              </a:defRPr>
            </a:lvl2pPr>
            <a:lvl3pPr marL="1143000" indent="-228600">
              <a:defRPr sz="1000">
                <a:solidFill>
                  <a:schemeClr val="tx1"/>
                </a:solidFill>
                <a:latin typeface="Calibri" pitchFamily="34" charset="0"/>
              </a:defRPr>
            </a:lvl3pPr>
            <a:lvl4pPr marL="1600200" indent="-228600">
              <a:defRPr sz="1000">
                <a:solidFill>
                  <a:schemeClr val="tx1"/>
                </a:solidFill>
                <a:latin typeface="Calibri" pitchFamily="34" charset="0"/>
              </a:defRPr>
            </a:lvl4pPr>
            <a:lvl5pPr marL="2057400" indent="-228600">
              <a:defRPr sz="1000">
                <a:solidFill>
                  <a:schemeClr val="tx1"/>
                </a:solidFill>
                <a:latin typeface="Calibri" pitchFamily="34" charset="0"/>
              </a:defRPr>
            </a:lvl5pPr>
            <a:lvl6pPr marL="2514600" indent="-228600" defTabSz="457200" fontAlgn="base">
              <a:spcBef>
                <a:spcPct val="0"/>
              </a:spcBef>
              <a:spcAft>
                <a:spcPct val="0"/>
              </a:spcAft>
              <a:defRPr sz="1000">
                <a:solidFill>
                  <a:schemeClr val="tx1"/>
                </a:solidFill>
                <a:latin typeface="Calibri" pitchFamily="34" charset="0"/>
              </a:defRPr>
            </a:lvl6pPr>
            <a:lvl7pPr marL="2971800" indent="-228600" defTabSz="457200" fontAlgn="base">
              <a:spcBef>
                <a:spcPct val="0"/>
              </a:spcBef>
              <a:spcAft>
                <a:spcPct val="0"/>
              </a:spcAft>
              <a:defRPr sz="1000">
                <a:solidFill>
                  <a:schemeClr val="tx1"/>
                </a:solidFill>
                <a:latin typeface="Calibri" pitchFamily="34" charset="0"/>
              </a:defRPr>
            </a:lvl7pPr>
            <a:lvl8pPr marL="3429000" indent="-228600" defTabSz="457200" fontAlgn="base">
              <a:spcBef>
                <a:spcPct val="0"/>
              </a:spcBef>
              <a:spcAft>
                <a:spcPct val="0"/>
              </a:spcAft>
              <a:defRPr sz="1000">
                <a:solidFill>
                  <a:schemeClr val="tx1"/>
                </a:solidFill>
                <a:latin typeface="Calibri" pitchFamily="34" charset="0"/>
              </a:defRPr>
            </a:lvl8pPr>
            <a:lvl9pPr marL="3886200" indent="-228600" defTabSz="457200" fontAlgn="base">
              <a:spcBef>
                <a:spcPct val="0"/>
              </a:spcBef>
              <a:spcAft>
                <a:spcPct val="0"/>
              </a:spcAft>
              <a:defRPr sz="1000">
                <a:solidFill>
                  <a:schemeClr val="tx1"/>
                </a:solidFill>
                <a:latin typeface="Calibri" pitchFamily="34" charset="0"/>
              </a:defRPr>
            </a:lvl9pPr>
          </a:lstStyle>
          <a:p>
            <a:pPr marL="0" marR="0" indent="0" algn="l" defTabSz="457200" rtl="0" eaLnBrk="1" fontAlgn="base" latinLnBrk="0" hangingPunct="1">
              <a:lnSpc>
                <a:spcPct val="100000"/>
              </a:lnSpc>
              <a:spcBef>
                <a:spcPct val="0"/>
              </a:spcBef>
              <a:spcAft>
                <a:spcPct val="0"/>
              </a:spcAft>
              <a:buClrTx/>
              <a:buSzTx/>
              <a:buFontTx/>
              <a:buNone/>
              <a:tabLst>
                <a:tab pos="3675063" algn="ctr"/>
                <a:tab pos="7178675" algn="r"/>
              </a:tabLst>
              <a:defRPr/>
            </a:pPr>
            <a:r>
              <a:rPr lang="en-US" sz="900" b="0">
                <a:solidFill>
                  <a:schemeClr val="tx2"/>
                </a:solidFill>
                <a:latin typeface="Source sans pro"/>
              </a:rPr>
              <a:t> </a:t>
            </a:r>
            <a:fld id="{853A0B64-B3EA-436C-83E2-1FD656F307DB}" type="slidenum">
              <a:rPr lang="en-US" sz="900" b="0" smtClean="0">
                <a:solidFill>
                  <a:schemeClr val="tx2"/>
                </a:solidFill>
                <a:latin typeface="Source sans pro"/>
              </a:rPr>
              <a:pPr marL="0" marR="0" indent="0" algn="l" defTabSz="457200" rtl="0" eaLnBrk="1" fontAlgn="base" latinLnBrk="0" hangingPunct="1">
                <a:lnSpc>
                  <a:spcPct val="100000"/>
                </a:lnSpc>
                <a:spcBef>
                  <a:spcPct val="0"/>
                </a:spcBef>
                <a:spcAft>
                  <a:spcPct val="0"/>
                </a:spcAft>
                <a:buClrTx/>
                <a:buSzTx/>
                <a:buFontTx/>
                <a:buNone/>
                <a:tabLst>
                  <a:tab pos="3675063" algn="ctr"/>
                  <a:tab pos="7178675" algn="r"/>
                </a:tabLst>
                <a:defRPr/>
              </a:pPr>
              <a:t>‹#›</a:t>
            </a:fld>
            <a:r>
              <a:rPr lang="en-US" sz="900" b="0">
                <a:solidFill>
                  <a:schemeClr val="tx2"/>
                </a:solidFill>
                <a:latin typeface="Source sans pro"/>
              </a:rPr>
              <a:t>   |   Presentation templates   |   Strictly private &amp; confidential   |   June 2026</a:t>
            </a:r>
          </a:p>
        </p:txBody>
      </p:sp>
    </p:spTree>
    <p:extLst>
      <p:ext uri="{BB962C8B-B14F-4D97-AF65-F5344CB8AC3E}">
        <p14:creationId xmlns:p14="http://schemas.microsoft.com/office/powerpoint/2010/main" val="3395711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393652"/>
      </p:ext>
    </p:extLst>
  </p:cSld>
  <p:clrMap bg1="lt1" tx1="dk1" bg2="lt2" tx2="dk2" accent1="accent1" accent2="accent2" accent3="accent3" accent4="accent4" accent5="accent5" accent6="accent6" hlink="hlink" folHlink="folHlink"/>
  <p:sldLayoutIdLst>
    <p:sldLayoutId id="2147483766" r:id="rId1"/>
    <p:sldLayoutId id="2147483776" r:id="rId2"/>
    <p:sldLayoutId id="214748375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thenounproject.com/" TargetMode="External"/><Relationship Id="rId2" Type="http://schemas.openxmlformats.org/officeDocument/2006/relationships/hyperlink" Target="https://www.remove.bg/upload" TargetMode="External"/><Relationship Id="rId1" Type="http://schemas.openxmlformats.org/officeDocument/2006/relationships/slideLayout" Target="../slideLayouts/slideLayout3.xml"/><Relationship Id="rId4" Type="http://schemas.openxmlformats.org/officeDocument/2006/relationships/hyperlink" Target="https://www.visualpharm.com/free-icons/hom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wallstreetprep.com/knowledge/powerpoint-hacks-for-investment-banking-and-consulting/" TargetMode="External"/><Relationship Id="rId2" Type="http://schemas.openxmlformats.org/officeDocument/2006/relationships/hyperlink" Target="https://mergersandinquisitions.com/investment-banking-powerpoint-shortcuts/" TargetMode="External"/><Relationship Id="rId1" Type="http://schemas.openxmlformats.org/officeDocument/2006/relationships/slideLayout" Target="../slideLayouts/slideLayout3.xml"/><Relationship Id="rId6" Type="http://schemas.openxmlformats.org/officeDocument/2006/relationships/hyperlink" Target="https://www.youtube.com/watch?v=6oGoNeD1ZrE" TargetMode="External"/><Relationship Id="rId5" Type="http://schemas.openxmlformats.org/officeDocument/2006/relationships/hyperlink" Target="https://www.wallstreetprep.com/topics/excel/" TargetMode="External"/><Relationship Id="rId4" Type="http://schemas.openxmlformats.org/officeDocument/2006/relationships/hyperlink" Target="https://www.wallstreetprep.com/knowledge/how-to-adjust-column-width-in-excel/"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46D000-0C49-4342-9A30-2444228ECEB2}"/>
              </a:ext>
            </a:extLst>
          </p:cNvPr>
          <p:cNvSpPr/>
          <p:nvPr/>
        </p:nvSpPr>
        <p:spPr>
          <a:xfrm>
            <a:off x="0" y="5520497"/>
            <a:ext cx="9144000" cy="1337503"/>
          </a:xfrm>
          <a:prstGeom prst="rect">
            <a:avLst/>
          </a:prstGeom>
          <a:solidFill>
            <a:schemeClr val="accent2">
              <a:lumMod val="40000"/>
              <a:lumOff val="60000"/>
              <a:alpha val="8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TextBox 2">
            <a:extLst>
              <a:ext uri="{FF2B5EF4-FFF2-40B4-BE49-F238E27FC236}">
                <a16:creationId xmlns:a16="http://schemas.microsoft.com/office/drawing/2014/main" id="{91E06BB6-67F4-40F0-8070-58DE71834C56}"/>
              </a:ext>
            </a:extLst>
          </p:cNvPr>
          <p:cNvSpPr txBox="1"/>
          <p:nvPr/>
        </p:nvSpPr>
        <p:spPr>
          <a:xfrm>
            <a:off x="2556768" y="5552903"/>
            <a:ext cx="4030464" cy="1305097"/>
          </a:xfrm>
          <a:prstGeom prst="rect">
            <a:avLst/>
          </a:prstGeom>
          <a:noFill/>
        </p:spPr>
        <p:txBody>
          <a:bodyPr wrap="none" rtlCol="0" anchor="ctr">
            <a:noAutofit/>
          </a:bodyPr>
          <a:lstStyle/>
          <a:p>
            <a:pPr algn="ctr">
              <a:spcAft>
                <a:spcPts val="600"/>
              </a:spcAft>
            </a:pPr>
            <a:r>
              <a:rPr lang="en-US" sz="2400" b="1">
                <a:solidFill>
                  <a:schemeClr val="bg2"/>
                </a:solidFill>
                <a:latin typeface="Merriweather" panose="00000500000000000000" pitchFamily="50" charset="0"/>
              </a:rPr>
              <a:t>Formal Manual</a:t>
            </a:r>
          </a:p>
          <a:p>
            <a:pPr algn="ctr">
              <a:spcAft>
                <a:spcPts val="600"/>
              </a:spcAft>
            </a:pPr>
            <a:r>
              <a:rPr lang="en-US" b="1" i="1">
                <a:latin typeface="Merriweather" panose="00000500000000000000" pitchFamily="50" charset="0"/>
              </a:rPr>
              <a:t>Strictly private &amp; confidential</a:t>
            </a:r>
          </a:p>
        </p:txBody>
      </p:sp>
      <p:pic>
        <p:nvPicPr>
          <p:cNvPr id="7" name="Picture 6">
            <a:extLst>
              <a:ext uri="{FF2B5EF4-FFF2-40B4-BE49-F238E27FC236}">
                <a16:creationId xmlns:a16="http://schemas.microsoft.com/office/drawing/2014/main" id="{C4919F94-630E-4640-8DB9-56885DDA27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8460" y="307111"/>
            <a:ext cx="1337089" cy="427869"/>
          </a:xfrm>
          <a:prstGeom prst="rect">
            <a:avLst/>
          </a:prstGeom>
        </p:spPr>
      </p:pic>
    </p:spTree>
    <p:extLst>
      <p:ext uri="{BB962C8B-B14F-4D97-AF65-F5344CB8AC3E}">
        <p14:creationId xmlns:p14="http://schemas.microsoft.com/office/powerpoint/2010/main" val="3324794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DA987-7C64-23B1-15F9-D16C767D468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C1A9C6D4-8216-E8BC-4786-76A01BE730CB}"/>
              </a:ext>
            </a:extLst>
          </p:cNvPr>
          <p:cNvSpPr>
            <a:spLocks noGrp="1"/>
          </p:cNvSpPr>
          <p:nvPr>
            <p:ph type="body" sz="quarter" idx="10"/>
          </p:nvPr>
        </p:nvSpPr>
        <p:spPr/>
        <p:txBody>
          <a:bodyPr/>
          <a:lstStyle/>
          <a:p>
            <a:r>
              <a:rPr lang="en-US"/>
              <a:t>General rules</a:t>
            </a:r>
          </a:p>
        </p:txBody>
      </p:sp>
      <p:sp>
        <p:nvSpPr>
          <p:cNvPr id="7" name="Text Placeholder 6">
            <a:extLst>
              <a:ext uri="{FF2B5EF4-FFF2-40B4-BE49-F238E27FC236}">
                <a16:creationId xmlns:a16="http://schemas.microsoft.com/office/drawing/2014/main" id="{638C0CB1-7605-B9AC-46CC-807A0F904FDB}"/>
              </a:ext>
            </a:extLst>
          </p:cNvPr>
          <p:cNvSpPr>
            <a:spLocks noGrp="1"/>
          </p:cNvSpPr>
          <p:nvPr>
            <p:ph type="body" sz="quarter" idx="12"/>
          </p:nvPr>
        </p:nvSpPr>
        <p:spPr/>
        <p:txBody>
          <a:bodyPr/>
          <a:lstStyle/>
          <a:p>
            <a:r>
              <a:rPr lang="en-US"/>
              <a:t>Instructions</a:t>
            </a:r>
          </a:p>
        </p:txBody>
      </p:sp>
      <p:sp>
        <p:nvSpPr>
          <p:cNvPr id="6" name="Text Placeholder 5">
            <a:extLst>
              <a:ext uri="{FF2B5EF4-FFF2-40B4-BE49-F238E27FC236}">
                <a16:creationId xmlns:a16="http://schemas.microsoft.com/office/drawing/2014/main" id="{1E58DFDC-1188-EAF1-12BA-BC5793227C0F}"/>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D06B348A-563D-4836-D407-D29323FBA296}"/>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Have your teams chats and mailbox open at all times, and regularly check them</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Should you have to change a password during the course of your internship, keep track of it somewhere and pass it along to a full-time team member, and keep all passwords professional</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Should you ever have to set up a 2FA, do not use your own phone number but ask that of a full-time team member</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Keep your personal folder clean at all times, put everything in subfolders appropriately named for each project</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Use an external mouse and keyboard to improve efficiency</a:t>
            </a:r>
          </a:p>
          <a:p>
            <a:pPr marL="171450" indent="-171450">
              <a:spcBef>
                <a:spcPts val="300"/>
              </a:spcBef>
              <a:spcAft>
                <a:spcPts val="300"/>
              </a:spcAft>
              <a:buClr>
                <a:schemeClr val="bg2"/>
              </a:buClr>
              <a:buSzPct val="65000"/>
              <a:buFont typeface="Source sans pro" panose="020B0503030403020204" pitchFamily="34" charset="0"/>
              <a:buChar char="▷"/>
            </a:pPr>
            <a:r>
              <a:rPr lang="en-GB" sz="900" dirty="0">
                <a:solidFill>
                  <a:schemeClr val="accent6">
                    <a:lumMod val="75000"/>
                  </a:schemeClr>
                </a:solidFill>
                <a:latin typeface="Source sans pro"/>
              </a:rPr>
              <a:t>Set a 10-second delay for outgoing emails (Outlook -&gt; Settings -&gt; Mail -&gt; Compose -&gt; Undo send -&gt; 10 seconds). This provides a short window to cancel the email in case it was sent accidentally or contains a mistake.</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Whenever you’re away from your laptop, always lock your screen (Windows + L). Shut down your computer at the end of the day</a:t>
            </a: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p:txBody>
      </p:sp>
      <p:sp>
        <p:nvSpPr>
          <p:cNvPr id="9" name="Rectangle 8">
            <a:extLst>
              <a:ext uri="{FF2B5EF4-FFF2-40B4-BE49-F238E27FC236}">
                <a16:creationId xmlns:a16="http://schemas.microsoft.com/office/drawing/2014/main" id="{236B6BD9-896C-4A54-0B1F-DE77C29F3E04}"/>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Intern bible</a:t>
            </a:r>
          </a:p>
        </p:txBody>
      </p:sp>
      <p:sp>
        <p:nvSpPr>
          <p:cNvPr id="4" name="Rectangle 3">
            <a:extLst>
              <a:ext uri="{FF2B5EF4-FFF2-40B4-BE49-F238E27FC236}">
                <a16:creationId xmlns:a16="http://schemas.microsoft.com/office/drawing/2014/main" id="{5C913BD6-41A3-42C3-C404-CED679ED259E}"/>
              </a:ext>
            </a:extLst>
          </p:cNvPr>
          <p:cNvSpPr/>
          <p:nvPr/>
        </p:nvSpPr>
        <p:spPr>
          <a:xfrm>
            <a:off x="186105"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4DA852D6-8130-ED03-251F-C128DB722DEF}"/>
              </a:ext>
            </a:extLst>
          </p:cNvPr>
          <p:cNvSpPr/>
          <p:nvPr/>
        </p:nvSpPr>
        <p:spPr>
          <a:xfrm>
            <a:off x="3168705"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6A86DC90-EEE5-5B62-6950-F7F5592F2A95}"/>
              </a:ext>
            </a:extLst>
          </p:cNvPr>
          <p:cNvSpPr/>
          <p:nvPr/>
        </p:nvSpPr>
        <p:spPr>
          <a:xfrm>
            <a:off x="6151305"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1EAE62F9-2C92-4556-F684-207939C19895}"/>
              </a:ext>
            </a:extLst>
          </p:cNvPr>
          <p:cNvSpPr/>
          <p:nvPr/>
        </p:nvSpPr>
        <p:spPr>
          <a:xfrm>
            <a:off x="186105"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D02B2836-EC80-CF16-1C9A-9FB3550DDBD8}"/>
              </a:ext>
            </a:extLst>
          </p:cNvPr>
          <p:cNvSpPr/>
          <p:nvPr/>
        </p:nvSpPr>
        <p:spPr>
          <a:xfrm>
            <a:off x="2424105"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A3DADEE6-28A1-BD38-0EC9-65194DB47C34}"/>
              </a:ext>
            </a:extLst>
          </p:cNvPr>
          <p:cNvSpPr/>
          <p:nvPr/>
        </p:nvSpPr>
        <p:spPr>
          <a:xfrm>
            <a:off x="4662105"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CA41E266-546C-A707-BAD6-77CA4DFF6A88}"/>
              </a:ext>
            </a:extLst>
          </p:cNvPr>
          <p:cNvSpPr/>
          <p:nvPr/>
        </p:nvSpPr>
        <p:spPr>
          <a:xfrm>
            <a:off x="6900105"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8" name="Rectangle 17">
            <a:extLst>
              <a:ext uri="{FF2B5EF4-FFF2-40B4-BE49-F238E27FC236}">
                <a16:creationId xmlns:a16="http://schemas.microsoft.com/office/drawing/2014/main" id="{D51E8FF1-798E-7EB2-4F4A-2B39C884FE98}"/>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9" name="Rectangle 18">
            <a:extLst>
              <a:ext uri="{FF2B5EF4-FFF2-40B4-BE49-F238E27FC236}">
                <a16:creationId xmlns:a16="http://schemas.microsoft.com/office/drawing/2014/main" id="{1CABBAEF-7AD0-F7AB-8082-3C4135278B01}"/>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306CDDFC-D593-29B1-4F76-5C5C281AA384}"/>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9EC6D998-A0CC-73F2-4536-268C8642BB6D}"/>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Tree>
    <p:extLst>
      <p:ext uri="{BB962C8B-B14F-4D97-AF65-F5344CB8AC3E}">
        <p14:creationId xmlns:p14="http://schemas.microsoft.com/office/powerpoint/2010/main" val="260785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61CCC42-1910-4D3B-A7CA-E94C0A834F5A}"/>
              </a:ext>
            </a:extLst>
          </p:cNvPr>
          <p:cNvSpPr>
            <a:spLocks noGrp="1"/>
          </p:cNvSpPr>
          <p:nvPr>
            <p:ph type="body" sz="quarter" idx="10"/>
          </p:nvPr>
        </p:nvSpPr>
        <p:spPr/>
        <p:txBody>
          <a:bodyPr/>
          <a:lstStyle/>
          <a:p>
            <a:r>
              <a:rPr lang="en-US"/>
              <a:t>PowerPoint (1/4)</a:t>
            </a:r>
          </a:p>
        </p:txBody>
      </p:sp>
      <p:sp>
        <p:nvSpPr>
          <p:cNvPr id="7" name="Text Placeholder 6">
            <a:extLst>
              <a:ext uri="{FF2B5EF4-FFF2-40B4-BE49-F238E27FC236}">
                <a16:creationId xmlns:a16="http://schemas.microsoft.com/office/drawing/2014/main" id="{67067AC9-920E-4947-BFE1-79B1C7CE7EE7}"/>
              </a:ext>
            </a:extLst>
          </p:cNvPr>
          <p:cNvSpPr>
            <a:spLocks noGrp="1"/>
          </p:cNvSpPr>
          <p:nvPr>
            <p:ph type="body" sz="quarter" idx="12"/>
          </p:nvPr>
        </p:nvSpPr>
        <p:spPr/>
        <p:txBody>
          <a:bodyPr/>
          <a:lstStyle/>
          <a:p>
            <a:r>
              <a:rPr lang="en-US"/>
              <a:t>General rules</a:t>
            </a:r>
          </a:p>
        </p:txBody>
      </p:sp>
      <p:sp>
        <p:nvSpPr>
          <p:cNvPr id="6" name="Text Placeholder 5">
            <a:extLst>
              <a:ext uri="{FF2B5EF4-FFF2-40B4-BE49-F238E27FC236}">
                <a16:creationId xmlns:a16="http://schemas.microsoft.com/office/drawing/2014/main" id="{37B1E4B5-A919-439F-A016-F7743EE48870}"/>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0B75B5B7-0FBE-4375-AA76-6E8D33CB2B9B}"/>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Customize your quick access toolbar with the most commonly used shortcuts, this will allow you to save significant time, as shortcuts for the quick access toolbar are formatted as alt + 1, alt +2, etc. Some recommendations: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Align-left, align-right, align-top, align-bottom (align to the first selected object)</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Distribute horizontally/vertically (perfectly distributes the distance between all selected objects)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Align over table (aligns object overlayed over a table to a desired position in the most fitting cell)</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When possible, use Macabacus’ alignment shortcuts, not </a:t>
            </a:r>
            <a:r>
              <a:rPr lang="en-US" sz="900" dirty="0" err="1">
                <a:solidFill>
                  <a:schemeClr val="accent6">
                    <a:lumMod val="75000"/>
                  </a:schemeClr>
                </a:solidFill>
                <a:latin typeface="Source sans pro"/>
              </a:rPr>
              <a:t>Powerpoints</a:t>
            </a:r>
            <a:r>
              <a:rPr lang="en-US" sz="900" dirty="0">
                <a:solidFill>
                  <a:schemeClr val="accent6">
                    <a:lumMod val="75000"/>
                  </a:schemeClr>
                </a:solidFill>
                <a:latin typeface="Source sans pro"/>
              </a:rPr>
              <a:t> , the key difference is that with Macabacus alignment, everything will be aligned with respect to the first selected item, allowing greater control</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When you are tasked with creating a slide, but find yourself without inspiration, refer to _Templates &gt; </a:t>
            </a:r>
            <a:r>
              <a:rPr lang="en-US" sz="900" dirty="0" err="1">
                <a:solidFill>
                  <a:schemeClr val="accent6">
                    <a:lumMod val="75000"/>
                  </a:schemeClr>
                </a:solidFill>
                <a:latin typeface="Source sans pro"/>
              </a:rPr>
              <a:t>Voorbeelden</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presentaties</a:t>
            </a:r>
            <a:endParaRPr lang="en-US" sz="900" dirty="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This folders contains two subfolders, with a number of  IM’s and pitches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More specifically, the following are long template slides: Project Barkley, Project Up, and Project Spark (The latter two will be located  either in an intern's folder or in the central </a:t>
            </a:r>
            <a:r>
              <a:rPr lang="en-US" sz="900" dirty="0" err="1">
                <a:solidFill>
                  <a:schemeClr val="accent6">
                    <a:lumMod val="75000"/>
                  </a:schemeClr>
                </a:solidFill>
                <a:latin typeface="Source sans pro"/>
              </a:rPr>
              <a:t>sharepoint</a:t>
            </a:r>
            <a:r>
              <a:rPr lang="en-US" sz="900" dirty="0">
                <a:solidFill>
                  <a:schemeClr val="accent6">
                    <a:lumMod val="75000"/>
                  </a:schemeClr>
                </a:solidFill>
                <a:latin typeface="Source sans pro"/>
              </a:rPr>
              <a:t>, as they are live mandates, should you require them, refer to a full-time team member)</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All others are regular format</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If you need more general inspiration, refer to the folder Master Presentation &gt; </a:t>
            </a:r>
            <a:r>
              <a:rPr lang="en-US" sz="900" dirty="0" err="1">
                <a:solidFill>
                  <a:schemeClr val="accent6">
                    <a:lumMod val="75000"/>
                  </a:schemeClr>
                </a:solidFill>
                <a:latin typeface="Source sans pro"/>
              </a:rPr>
              <a:t>XXX_Financial</a:t>
            </a:r>
            <a:r>
              <a:rPr lang="en-US" sz="900" dirty="0">
                <a:solidFill>
                  <a:schemeClr val="accent6">
                    <a:lumMod val="75000"/>
                  </a:schemeClr>
                </a:solidFill>
                <a:latin typeface="Source sans pro"/>
              </a:rPr>
              <a:t> advisory </a:t>
            </a:r>
            <a:r>
              <a:rPr lang="en-US" sz="900" dirty="0" err="1">
                <a:solidFill>
                  <a:schemeClr val="accent6">
                    <a:lumMod val="75000"/>
                  </a:schemeClr>
                </a:solidFill>
                <a:latin typeface="Source sans pro"/>
              </a:rPr>
              <a:t>proposal_XYZ_Template</a:t>
            </a:r>
            <a:r>
              <a:rPr lang="en-US" sz="900" dirty="0">
                <a:solidFill>
                  <a:schemeClr val="accent6">
                    <a:lumMod val="75000"/>
                  </a:schemeClr>
                </a:solidFill>
                <a:latin typeface="Source sans pro"/>
              </a:rPr>
              <a:t> or one of the Power-user presentations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If you want to copy a slide from another presentation, never copy the full slide but only the content of that slide. When one copies the full slide into another presentation, the layout of the copied slide is added to the slide master, which you want to avoid.</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When making buyer profiles, competitive landscapes, etc., anything that requires a flag, you can find all flags at _Templates  &gt; Flags &gt;  Flags – Small </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You may find all financial buyer profiles in the folder _Templates &gt; PE</a:t>
            </a: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p:txBody>
      </p:sp>
      <p:sp>
        <p:nvSpPr>
          <p:cNvPr id="9" name="Rectangle 8">
            <a:extLst>
              <a:ext uri="{FF2B5EF4-FFF2-40B4-BE49-F238E27FC236}">
                <a16:creationId xmlns:a16="http://schemas.microsoft.com/office/drawing/2014/main" id="{F04FCD84-AACC-4420-8C7B-5C3177B989B0}"/>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General rules</a:t>
            </a:r>
          </a:p>
        </p:txBody>
      </p:sp>
      <p:sp>
        <p:nvSpPr>
          <p:cNvPr id="4" name="Rectangle 3">
            <a:extLst>
              <a:ext uri="{FF2B5EF4-FFF2-40B4-BE49-F238E27FC236}">
                <a16:creationId xmlns:a16="http://schemas.microsoft.com/office/drawing/2014/main" id="{5690ED21-DAB6-985D-0FF2-202FC5DB4465}"/>
              </a:ext>
            </a:extLst>
          </p:cNvPr>
          <p:cNvSpPr/>
          <p:nvPr/>
        </p:nvSpPr>
        <p:spPr>
          <a:xfrm>
            <a:off x="186104"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4B3FA5DD-B2D4-E4DB-2F68-A219960ACE9E}"/>
              </a:ext>
            </a:extLst>
          </p:cNvPr>
          <p:cNvSpPr/>
          <p:nvPr/>
        </p:nvSpPr>
        <p:spPr>
          <a:xfrm>
            <a:off x="3171358"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ADA080B7-F9F0-D334-B670-EB94F78D14BE}"/>
              </a:ext>
            </a:extLst>
          </p:cNvPr>
          <p:cNvSpPr/>
          <p:nvPr/>
        </p:nvSpPr>
        <p:spPr>
          <a:xfrm>
            <a:off x="6156613"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6932219F-EA5E-34DD-4DD9-694E628A42FC}"/>
              </a:ext>
            </a:extLst>
          </p:cNvPr>
          <p:cNvSpPr/>
          <p:nvPr/>
        </p:nvSpPr>
        <p:spPr>
          <a:xfrm>
            <a:off x="18610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6F3EC316-275A-DFC2-5A05-9D09B7FF7BC5}"/>
              </a:ext>
            </a:extLst>
          </p:cNvPr>
          <p:cNvSpPr/>
          <p:nvPr/>
        </p:nvSpPr>
        <p:spPr>
          <a:xfrm>
            <a:off x="242587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ADE269C6-EA2D-5FB7-6395-974466D40010}"/>
              </a:ext>
            </a:extLst>
          </p:cNvPr>
          <p:cNvSpPr/>
          <p:nvPr/>
        </p:nvSpPr>
        <p:spPr>
          <a:xfrm>
            <a:off x="466564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36664E8C-220E-B7A0-2123-ABED29666F49}"/>
              </a:ext>
            </a:extLst>
          </p:cNvPr>
          <p:cNvSpPr/>
          <p:nvPr/>
        </p:nvSpPr>
        <p:spPr>
          <a:xfrm>
            <a:off x="6905413"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6" name="Rectangle 15">
            <a:extLst>
              <a:ext uri="{FF2B5EF4-FFF2-40B4-BE49-F238E27FC236}">
                <a16:creationId xmlns:a16="http://schemas.microsoft.com/office/drawing/2014/main" id="{D05D43F5-F00C-BA2E-CD89-DCA9E4831EC9}"/>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7" name="Rectangle 16">
            <a:extLst>
              <a:ext uri="{FF2B5EF4-FFF2-40B4-BE49-F238E27FC236}">
                <a16:creationId xmlns:a16="http://schemas.microsoft.com/office/drawing/2014/main" id="{00F71BD6-0C7F-9AA1-5C1E-A32F79EA2298}"/>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3" name="Rectangle 22">
            <a:extLst>
              <a:ext uri="{FF2B5EF4-FFF2-40B4-BE49-F238E27FC236}">
                <a16:creationId xmlns:a16="http://schemas.microsoft.com/office/drawing/2014/main" id="{5A67B02D-E8A0-4F39-6CED-078C3924F605}"/>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29" name="Rectangle 28">
            <a:extLst>
              <a:ext uri="{FF2B5EF4-FFF2-40B4-BE49-F238E27FC236}">
                <a16:creationId xmlns:a16="http://schemas.microsoft.com/office/drawing/2014/main" id="{813EA574-16D3-6085-F8D4-66BDD46C7368}"/>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Tree>
    <p:extLst>
      <p:ext uri="{BB962C8B-B14F-4D97-AF65-F5344CB8AC3E}">
        <p14:creationId xmlns:p14="http://schemas.microsoft.com/office/powerpoint/2010/main" val="2393421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875C6-4EF3-AAE7-64FE-CF34C8780E9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1B3EA10-3099-22C4-CB97-FD21AC4F1B63}"/>
              </a:ext>
            </a:extLst>
          </p:cNvPr>
          <p:cNvSpPr>
            <a:spLocks noGrp="1"/>
          </p:cNvSpPr>
          <p:nvPr>
            <p:ph type="body" sz="quarter" idx="10"/>
          </p:nvPr>
        </p:nvSpPr>
        <p:spPr/>
        <p:txBody>
          <a:bodyPr/>
          <a:lstStyle/>
          <a:p>
            <a:r>
              <a:rPr lang="en-US"/>
              <a:t>PowerPoint (2/4)</a:t>
            </a:r>
          </a:p>
        </p:txBody>
      </p:sp>
      <p:sp>
        <p:nvSpPr>
          <p:cNvPr id="7" name="Text Placeholder 6">
            <a:extLst>
              <a:ext uri="{FF2B5EF4-FFF2-40B4-BE49-F238E27FC236}">
                <a16:creationId xmlns:a16="http://schemas.microsoft.com/office/drawing/2014/main" id="{F4D6CA58-CD25-C054-38C3-6CE12DBF420F}"/>
              </a:ext>
            </a:extLst>
          </p:cNvPr>
          <p:cNvSpPr>
            <a:spLocks noGrp="1"/>
          </p:cNvSpPr>
          <p:nvPr>
            <p:ph type="body" sz="quarter" idx="12"/>
          </p:nvPr>
        </p:nvSpPr>
        <p:spPr/>
        <p:txBody>
          <a:bodyPr/>
          <a:lstStyle/>
          <a:p>
            <a:r>
              <a:rPr lang="en-US"/>
              <a:t>Formatting rules</a:t>
            </a:r>
          </a:p>
        </p:txBody>
      </p:sp>
      <p:sp>
        <p:nvSpPr>
          <p:cNvPr id="6" name="Text Placeholder 5">
            <a:extLst>
              <a:ext uri="{FF2B5EF4-FFF2-40B4-BE49-F238E27FC236}">
                <a16:creationId xmlns:a16="http://schemas.microsoft.com/office/drawing/2014/main" id="{062C4385-86E5-EC01-BF6D-6571055D635D}"/>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8D1E2D4C-7F81-74E2-43FE-DD33F2F0EEF0}"/>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Font: Source Sans Pro 9pt/ 9.5pt depending on PowerPoint type (regular vs long slide format), do not change and remain internally consistent</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Exception: titles of slides themselves should be Merriweather &gt; 14 for long slide template, in regular slide template 18 for major titles and 16 for subtitles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Exception: notes should Source Sans Pro 7pt, font color grey (see below)</a:t>
            </a:r>
          </a:p>
          <a:p>
            <a:pPr marL="171450" indent="-171450">
              <a:spcBef>
                <a:spcPts val="300"/>
              </a:spcBef>
              <a:spcAft>
                <a:spcPts val="300"/>
              </a:spcAft>
              <a:buClr>
                <a:schemeClr val="bg2"/>
              </a:buClr>
              <a:buSzPct val="65000"/>
              <a:buFont typeface="Source sans pro" panose="020B0503030403020204" pitchFamily="34" charset="0"/>
              <a:buChar char="▷"/>
            </a:pPr>
            <a:r>
              <a:rPr lang="en-US" sz="900" b="1" cap="small" dirty="0">
                <a:solidFill>
                  <a:schemeClr val="accent6">
                    <a:lumMod val="75000"/>
                  </a:schemeClr>
                </a:solidFill>
                <a:latin typeface="Source sans pro"/>
              </a:rPr>
              <a:t>Title</a:t>
            </a:r>
            <a:r>
              <a:rPr lang="en-US" sz="900" dirty="0">
                <a:solidFill>
                  <a:schemeClr val="accent6">
                    <a:lumMod val="75000"/>
                  </a:schemeClr>
                </a:solidFill>
                <a:latin typeface="Source sans pro"/>
              </a:rPr>
              <a:t>: Bold + Small caps (ALT  H + FN + M), in a shape with a height of 0.7cm</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Bullets: 65pt  (ALT + H + U + N + S ) / Customize: ▷ ( ALT + H + U + N + U) / Color: adjust (ALT + H + U + N + C)</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Shape format &gt; Text Options &gt; Left &amp; Right margin: 0.25 cm ; Top &amp; Bottom margin: 0.13 cm / (Top margin: 0.80 cm if header used)</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Shadow format &gt; Shape format &gt; Effects &gt; Shadow &gt;  Transparency 60%, Size 100%, Blur 5pt, Angle 0</a:t>
            </a:r>
            <a:r>
              <a:rPr lang="en-US" sz="900" baseline="30000" dirty="0">
                <a:solidFill>
                  <a:schemeClr val="accent6">
                    <a:lumMod val="75000"/>
                  </a:schemeClr>
                </a:solidFill>
                <a:latin typeface="Source sans pro"/>
              </a:rPr>
              <a:t>o</a:t>
            </a:r>
            <a:r>
              <a:rPr lang="en-US" sz="900" dirty="0">
                <a:solidFill>
                  <a:schemeClr val="accent6">
                    <a:lumMod val="75000"/>
                  </a:schemeClr>
                </a:solidFill>
                <a:latin typeface="Source sans pro"/>
              </a:rPr>
              <a:t>, Distance 0pt</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Colors: Design &gt; Variants &gt; Colors &gt; Customize colors (ALT + G + V + C + C)</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Select colors from the color palette, avoid using the eyedropper (If you create a shape, box, or text using the color palette, it will automatically change to another color style when you copy-paste it into another presentation, useful for when you take inspiration from an existing slide. This will not work if you color it using the eyedropper)</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Always adjust the color scheme of your presentation to align with the company’s color scheme</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Put [</a:t>
            </a:r>
            <a:r>
              <a:rPr lang="en-US" sz="900" dirty="0">
                <a:solidFill>
                  <a:schemeClr val="accent6">
                    <a:lumMod val="75000"/>
                  </a:schemeClr>
                </a:solidFill>
                <a:highlight>
                  <a:srgbClr val="FFFF00"/>
                </a:highlight>
                <a:latin typeface="Source sans pro"/>
              </a:rPr>
              <a:t>-</a:t>
            </a:r>
            <a:r>
              <a:rPr lang="en-US" sz="900" dirty="0">
                <a:solidFill>
                  <a:schemeClr val="accent6">
                    <a:lumMod val="75000"/>
                  </a:schemeClr>
                </a:solidFill>
                <a:latin typeface="Source sans pro"/>
              </a:rPr>
              <a:t>] or </a:t>
            </a:r>
            <a:r>
              <a:rPr lang="en-US" sz="900" dirty="0">
                <a:solidFill>
                  <a:schemeClr val="accent6">
                    <a:lumMod val="75000"/>
                  </a:schemeClr>
                </a:solidFill>
                <a:highlight>
                  <a:srgbClr val="FFFF00"/>
                </a:highlight>
                <a:latin typeface="Source sans pro"/>
              </a:rPr>
              <a:t>highlight</a:t>
            </a:r>
            <a:r>
              <a:rPr lang="en-US" sz="900" dirty="0">
                <a:solidFill>
                  <a:schemeClr val="accent6">
                    <a:lumMod val="75000"/>
                  </a:schemeClr>
                </a:solidFill>
                <a:latin typeface="Source sans pro"/>
              </a:rPr>
              <a:t> when WIP</a:t>
            </a:r>
          </a:p>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Put checkbox on presentation and check before sending</a:t>
            </a: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p:txBody>
      </p:sp>
      <p:sp>
        <p:nvSpPr>
          <p:cNvPr id="9" name="Rectangle 8">
            <a:extLst>
              <a:ext uri="{FF2B5EF4-FFF2-40B4-BE49-F238E27FC236}">
                <a16:creationId xmlns:a16="http://schemas.microsoft.com/office/drawing/2014/main" id="{F0967B07-22FB-B2E0-1536-0849CD7E69E8}"/>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Formatting bible</a:t>
            </a:r>
          </a:p>
        </p:txBody>
      </p:sp>
      <p:sp>
        <p:nvSpPr>
          <p:cNvPr id="4" name="Rectangle 3">
            <a:extLst>
              <a:ext uri="{FF2B5EF4-FFF2-40B4-BE49-F238E27FC236}">
                <a16:creationId xmlns:a16="http://schemas.microsoft.com/office/drawing/2014/main" id="{80B36A64-E46C-0F86-101E-E1ADD80B71A9}"/>
              </a:ext>
            </a:extLst>
          </p:cNvPr>
          <p:cNvSpPr/>
          <p:nvPr/>
        </p:nvSpPr>
        <p:spPr>
          <a:xfrm>
            <a:off x="186104"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DB78E86F-99E2-A566-D012-543C6880CB82}"/>
              </a:ext>
            </a:extLst>
          </p:cNvPr>
          <p:cNvSpPr/>
          <p:nvPr/>
        </p:nvSpPr>
        <p:spPr>
          <a:xfrm>
            <a:off x="3171358"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0292EC50-4D1E-33FD-E578-1F66AB94528C}"/>
              </a:ext>
            </a:extLst>
          </p:cNvPr>
          <p:cNvSpPr/>
          <p:nvPr/>
        </p:nvSpPr>
        <p:spPr>
          <a:xfrm>
            <a:off x="6156613"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F5CA5337-5D6F-14B6-5C80-EAA5CD1098DD}"/>
              </a:ext>
            </a:extLst>
          </p:cNvPr>
          <p:cNvSpPr/>
          <p:nvPr/>
        </p:nvSpPr>
        <p:spPr>
          <a:xfrm>
            <a:off x="18610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86ED7D13-F99B-3F2B-3FF7-88FAA4E2F4D2}"/>
              </a:ext>
            </a:extLst>
          </p:cNvPr>
          <p:cNvSpPr/>
          <p:nvPr/>
        </p:nvSpPr>
        <p:spPr>
          <a:xfrm>
            <a:off x="242587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DD379399-36D7-FE61-0E98-999889EEAA32}"/>
              </a:ext>
            </a:extLst>
          </p:cNvPr>
          <p:cNvSpPr/>
          <p:nvPr/>
        </p:nvSpPr>
        <p:spPr>
          <a:xfrm>
            <a:off x="466564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0B5DB910-2316-3459-5BA6-F2161A4C89C4}"/>
              </a:ext>
            </a:extLst>
          </p:cNvPr>
          <p:cNvSpPr/>
          <p:nvPr/>
        </p:nvSpPr>
        <p:spPr>
          <a:xfrm>
            <a:off x="6905413"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6" name="Rectangle 15">
            <a:extLst>
              <a:ext uri="{FF2B5EF4-FFF2-40B4-BE49-F238E27FC236}">
                <a16:creationId xmlns:a16="http://schemas.microsoft.com/office/drawing/2014/main" id="{86AD8FDC-7000-50A7-2064-66A123F2578B}"/>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7" name="Rectangle 16">
            <a:extLst>
              <a:ext uri="{FF2B5EF4-FFF2-40B4-BE49-F238E27FC236}">
                <a16:creationId xmlns:a16="http://schemas.microsoft.com/office/drawing/2014/main" id="{E647ED85-3DA0-F4E0-774D-9ADE86DF4423}"/>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grpSp>
        <p:nvGrpSpPr>
          <p:cNvPr id="28" name="Group 27">
            <a:extLst>
              <a:ext uri="{FF2B5EF4-FFF2-40B4-BE49-F238E27FC236}">
                <a16:creationId xmlns:a16="http://schemas.microsoft.com/office/drawing/2014/main" id="{3A91AF95-905C-94C5-21EE-E03157535D2D}"/>
              </a:ext>
            </a:extLst>
          </p:cNvPr>
          <p:cNvGrpSpPr/>
          <p:nvPr/>
        </p:nvGrpSpPr>
        <p:grpSpPr>
          <a:xfrm>
            <a:off x="445030" y="4001499"/>
            <a:ext cx="3319096" cy="1219200"/>
            <a:chOff x="381000" y="3200400"/>
            <a:chExt cx="3319096" cy="1219200"/>
          </a:xfrm>
        </p:grpSpPr>
        <p:sp>
          <p:nvSpPr>
            <p:cNvPr id="18" name="Rectangle 17">
              <a:extLst>
                <a:ext uri="{FF2B5EF4-FFF2-40B4-BE49-F238E27FC236}">
                  <a16:creationId xmlns:a16="http://schemas.microsoft.com/office/drawing/2014/main" id="{168AE9E0-EB96-0043-4343-706D3BB7AAD2}"/>
                </a:ext>
              </a:extLst>
            </p:cNvPr>
            <p:cNvSpPr/>
            <p:nvPr/>
          </p:nvSpPr>
          <p:spPr>
            <a:xfrm>
              <a:off x="381000" y="3200400"/>
              <a:ext cx="3319096" cy="1219200"/>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spelling / CTRL + A &amp; ALT + R + U + L</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alignment of boxes</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font / CTRL + A</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Cross-check numbers</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footnotes / sources &amp; notes</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if graphs are using same, most recent data</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page numbers in table of contents</a:t>
              </a:r>
            </a:p>
            <a:p>
              <a:pPr marL="180000"/>
              <a:r>
                <a:rPr lang="en-US" sz="900"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rPr>
                <a:t>Check for double spaces</a:t>
              </a:r>
            </a:p>
            <a:p>
              <a:pPr marL="180000"/>
              <a:endParaRPr lang="en-US" sz="900" b="1" dirty="0">
                <a:solidFill>
                  <a:schemeClr val="tx1"/>
                </a:solidFill>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9" name="Rectangle 18">
              <a:extLst>
                <a:ext uri="{FF2B5EF4-FFF2-40B4-BE49-F238E27FC236}">
                  <a16:creationId xmlns:a16="http://schemas.microsoft.com/office/drawing/2014/main" id="{FFE5E19D-8966-2FF5-A5DB-05BD621AD8CC}"/>
                </a:ext>
              </a:extLst>
            </p:cNvPr>
            <p:cNvSpPr/>
            <p:nvPr/>
          </p:nvSpPr>
          <p:spPr>
            <a:xfrm>
              <a:off x="499696" y="3276600"/>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0" name="Rectangle 19">
              <a:extLst>
                <a:ext uri="{FF2B5EF4-FFF2-40B4-BE49-F238E27FC236}">
                  <a16:creationId xmlns:a16="http://schemas.microsoft.com/office/drawing/2014/main" id="{2BD28CDE-67DF-54DD-5CA0-5778AECA507E}"/>
                </a:ext>
              </a:extLst>
            </p:cNvPr>
            <p:cNvSpPr/>
            <p:nvPr/>
          </p:nvSpPr>
          <p:spPr>
            <a:xfrm>
              <a:off x="499696" y="3415006"/>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1" name="Rectangle 20">
              <a:extLst>
                <a:ext uri="{FF2B5EF4-FFF2-40B4-BE49-F238E27FC236}">
                  <a16:creationId xmlns:a16="http://schemas.microsoft.com/office/drawing/2014/main" id="{7FDF67D2-F502-ACA6-CDE9-4E41B3A2EF5B}"/>
                </a:ext>
              </a:extLst>
            </p:cNvPr>
            <p:cNvSpPr/>
            <p:nvPr/>
          </p:nvSpPr>
          <p:spPr>
            <a:xfrm>
              <a:off x="499696" y="3553412"/>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2" name="Rectangle 21">
              <a:extLst>
                <a:ext uri="{FF2B5EF4-FFF2-40B4-BE49-F238E27FC236}">
                  <a16:creationId xmlns:a16="http://schemas.microsoft.com/office/drawing/2014/main" id="{F9A1D88E-6A8E-43B5-C7AC-4955B47CB3F3}"/>
                </a:ext>
              </a:extLst>
            </p:cNvPr>
            <p:cNvSpPr/>
            <p:nvPr/>
          </p:nvSpPr>
          <p:spPr>
            <a:xfrm>
              <a:off x="499696" y="3691818"/>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4" name="Rectangle 23">
              <a:extLst>
                <a:ext uri="{FF2B5EF4-FFF2-40B4-BE49-F238E27FC236}">
                  <a16:creationId xmlns:a16="http://schemas.microsoft.com/office/drawing/2014/main" id="{1923F730-9DCC-554B-9F4B-D793E6E4303A}"/>
                </a:ext>
              </a:extLst>
            </p:cNvPr>
            <p:cNvSpPr/>
            <p:nvPr/>
          </p:nvSpPr>
          <p:spPr>
            <a:xfrm>
              <a:off x="499696" y="3830224"/>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5" name="Rectangle 24">
              <a:extLst>
                <a:ext uri="{FF2B5EF4-FFF2-40B4-BE49-F238E27FC236}">
                  <a16:creationId xmlns:a16="http://schemas.microsoft.com/office/drawing/2014/main" id="{2045205E-3833-B7AB-2625-ADCDC1F582F1}"/>
                </a:ext>
              </a:extLst>
            </p:cNvPr>
            <p:cNvSpPr/>
            <p:nvPr/>
          </p:nvSpPr>
          <p:spPr>
            <a:xfrm>
              <a:off x="499696" y="3968630"/>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6" name="Rectangle 25">
              <a:extLst>
                <a:ext uri="{FF2B5EF4-FFF2-40B4-BE49-F238E27FC236}">
                  <a16:creationId xmlns:a16="http://schemas.microsoft.com/office/drawing/2014/main" id="{E86045A8-3FEE-4586-91AA-04EEF13558ED}"/>
                </a:ext>
              </a:extLst>
            </p:cNvPr>
            <p:cNvSpPr/>
            <p:nvPr/>
          </p:nvSpPr>
          <p:spPr>
            <a:xfrm>
              <a:off x="499696" y="4091603"/>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27" name="Rectangle 26">
              <a:extLst>
                <a:ext uri="{FF2B5EF4-FFF2-40B4-BE49-F238E27FC236}">
                  <a16:creationId xmlns:a16="http://schemas.microsoft.com/office/drawing/2014/main" id="{5294997E-E405-CC8A-1B63-D706A99319DB}"/>
                </a:ext>
              </a:extLst>
            </p:cNvPr>
            <p:cNvSpPr/>
            <p:nvPr/>
          </p:nvSpPr>
          <p:spPr>
            <a:xfrm>
              <a:off x="499696" y="4233539"/>
              <a:ext cx="76200" cy="76200"/>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grpSp>
      <p:sp>
        <p:nvSpPr>
          <p:cNvPr id="23" name="Rectangle 22">
            <a:extLst>
              <a:ext uri="{FF2B5EF4-FFF2-40B4-BE49-F238E27FC236}">
                <a16:creationId xmlns:a16="http://schemas.microsoft.com/office/drawing/2014/main" id="{688EF8EC-EF6E-64AF-2058-DB2F6E5F7A59}"/>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29" name="Rectangle 28">
            <a:extLst>
              <a:ext uri="{FF2B5EF4-FFF2-40B4-BE49-F238E27FC236}">
                <a16:creationId xmlns:a16="http://schemas.microsoft.com/office/drawing/2014/main" id="{1473A1FC-8531-BB8F-2101-085967920DCD}"/>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Tree>
    <p:extLst>
      <p:ext uri="{BB962C8B-B14F-4D97-AF65-F5344CB8AC3E}">
        <p14:creationId xmlns:p14="http://schemas.microsoft.com/office/powerpoint/2010/main" val="1864611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A3D87-F5BC-B5C6-4D41-2B215879C48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FE32383-34CC-103F-6B2C-7D5C0F04F2AC}"/>
              </a:ext>
            </a:extLst>
          </p:cNvPr>
          <p:cNvSpPr>
            <a:spLocks noGrp="1"/>
          </p:cNvSpPr>
          <p:nvPr>
            <p:ph type="body" sz="quarter" idx="10"/>
          </p:nvPr>
        </p:nvSpPr>
        <p:spPr/>
        <p:txBody>
          <a:bodyPr/>
          <a:lstStyle/>
          <a:p>
            <a:r>
              <a:rPr lang="en-US"/>
              <a:t>PowerPoint (3/4)</a:t>
            </a:r>
          </a:p>
        </p:txBody>
      </p:sp>
      <p:sp>
        <p:nvSpPr>
          <p:cNvPr id="7" name="Text Placeholder 6">
            <a:extLst>
              <a:ext uri="{FF2B5EF4-FFF2-40B4-BE49-F238E27FC236}">
                <a16:creationId xmlns:a16="http://schemas.microsoft.com/office/drawing/2014/main" id="{06689275-A4F9-71D0-01D1-35FF6876BFEE}"/>
              </a:ext>
            </a:extLst>
          </p:cNvPr>
          <p:cNvSpPr>
            <a:spLocks noGrp="1"/>
          </p:cNvSpPr>
          <p:nvPr>
            <p:ph type="body" sz="quarter" idx="12"/>
          </p:nvPr>
        </p:nvSpPr>
        <p:spPr/>
        <p:txBody>
          <a:bodyPr/>
          <a:lstStyle/>
          <a:p>
            <a:r>
              <a:rPr lang="en-US"/>
              <a:t>Formatting rules</a:t>
            </a:r>
          </a:p>
        </p:txBody>
      </p:sp>
      <p:sp>
        <p:nvSpPr>
          <p:cNvPr id="6" name="Text Placeholder 5">
            <a:extLst>
              <a:ext uri="{FF2B5EF4-FFF2-40B4-BE49-F238E27FC236}">
                <a16:creationId xmlns:a16="http://schemas.microsoft.com/office/drawing/2014/main" id="{6C946756-C442-89C1-14FA-080DC483276C}"/>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02C5E7A2-E279-4175-08BC-ED341FCBBED6}"/>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Graphs: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Collect data and sources in support Excel</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Never link ppt file to Excel &gt; make graphs separately in ppt and paste data</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Copy data in Excel and make graph in PPT to avoid data getting lost</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Check graph font and graph font size &gt; Source Sans Pro</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Check font color on graphs, (alt + H + FC) and make sure it is set to black (this also applies to tables)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Never delete the axis on a graph, to hide it &gt; Format Graph (alt + JA + SZ) &gt; Format Axis  &gt; Labels &gt; Label Position: none</a:t>
            </a:r>
          </a:p>
          <a:p>
            <a:pPr marL="1085850" lvl="2"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Exception: Waterfall charts, when there are a lot of waterfalls, they may become unclear so here you may delete and create labels manually (since Waterfall chart horizontal axes can not be hidden, only deleted</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When using a line graph &gt; Format Graph (alt + JA + SZ) &gt; Format Data Series &gt; Line: Smoothed line</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When using a stacked column graph, add data labels for totals by creating a new category named “Total”, equal to the sum of all categories &gt; change chart type to combined &gt; Series name: Total, change to line graph &gt; secondary axis &gt; hide line</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Always make your own legend after making a graph</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tx1"/>
                </a:solidFill>
                <a:latin typeface="Source sans pro"/>
              </a:rPr>
              <a:t>When making  graphs, make sure to put the years in the columns and the input in rows, since this is how most data we receive is formatted</a:t>
            </a:r>
          </a:p>
        </p:txBody>
      </p:sp>
      <p:sp>
        <p:nvSpPr>
          <p:cNvPr id="9" name="Rectangle 8">
            <a:extLst>
              <a:ext uri="{FF2B5EF4-FFF2-40B4-BE49-F238E27FC236}">
                <a16:creationId xmlns:a16="http://schemas.microsoft.com/office/drawing/2014/main" id="{E7B172A4-5BF6-D583-FA8E-6FB23592A28D}"/>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Formatting bible</a:t>
            </a:r>
          </a:p>
        </p:txBody>
      </p:sp>
      <p:sp>
        <p:nvSpPr>
          <p:cNvPr id="4" name="Rectangle 3">
            <a:extLst>
              <a:ext uri="{FF2B5EF4-FFF2-40B4-BE49-F238E27FC236}">
                <a16:creationId xmlns:a16="http://schemas.microsoft.com/office/drawing/2014/main" id="{A5D3B77C-C687-2296-DCC2-BED1384A0230}"/>
              </a:ext>
            </a:extLst>
          </p:cNvPr>
          <p:cNvSpPr/>
          <p:nvPr/>
        </p:nvSpPr>
        <p:spPr>
          <a:xfrm>
            <a:off x="186104"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7AB019DD-39AE-790D-0562-8C8140525D62}"/>
              </a:ext>
            </a:extLst>
          </p:cNvPr>
          <p:cNvSpPr/>
          <p:nvPr/>
        </p:nvSpPr>
        <p:spPr>
          <a:xfrm>
            <a:off x="3171358"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4957D2B0-8AA5-266F-3851-C7BD04DD3B81}"/>
              </a:ext>
            </a:extLst>
          </p:cNvPr>
          <p:cNvSpPr/>
          <p:nvPr/>
        </p:nvSpPr>
        <p:spPr>
          <a:xfrm>
            <a:off x="6156613"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F33A210D-F8EB-AB52-64FA-064EAEC55AD7}"/>
              </a:ext>
            </a:extLst>
          </p:cNvPr>
          <p:cNvSpPr/>
          <p:nvPr/>
        </p:nvSpPr>
        <p:spPr>
          <a:xfrm>
            <a:off x="18610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C1343334-82D4-9E64-E416-8EF92249B32F}"/>
              </a:ext>
            </a:extLst>
          </p:cNvPr>
          <p:cNvSpPr/>
          <p:nvPr/>
        </p:nvSpPr>
        <p:spPr>
          <a:xfrm>
            <a:off x="242587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DE0E686A-DD97-A967-0623-A3E2C8A43189}"/>
              </a:ext>
            </a:extLst>
          </p:cNvPr>
          <p:cNvSpPr/>
          <p:nvPr/>
        </p:nvSpPr>
        <p:spPr>
          <a:xfrm>
            <a:off x="466564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4E8F7A15-3AA8-129A-B36D-950BDFC2206C}"/>
              </a:ext>
            </a:extLst>
          </p:cNvPr>
          <p:cNvSpPr/>
          <p:nvPr/>
        </p:nvSpPr>
        <p:spPr>
          <a:xfrm>
            <a:off x="6905413"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8" name="Rectangle 17">
            <a:extLst>
              <a:ext uri="{FF2B5EF4-FFF2-40B4-BE49-F238E27FC236}">
                <a16:creationId xmlns:a16="http://schemas.microsoft.com/office/drawing/2014/main" id="{E28A9D1B-228B-3649-E824-7BBE442D3779}"/>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9" name="Rectangle 18">
            <a:extLst>
              <a:ext uri="{FF2B5EF4-FFF2-40B4-BE49-F238E27FC236}">
                <a16:creationId xmlns:a16="http://schemas.microsoft.com/office/drawing/2014/main" id="{8C808FC1-D989-209D-2431-1C5F2A1503EF}"/>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71F04C60-64E5-829E-0AAD-170BB051D51D}"/>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89779DFF-B1E1-8E07-B299-7C066AE1154A}"/>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Tree>
    <p:extLst>
      <p:ext uri="{BB962C8B-B14F-4D97-AF65-F5344CB8AC3E}">
        <p14:creationId xmlns:p14="http://schemas.microsoft.com/office/powerpoint/2010/main" val="3630589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DB0A-3B6C-AE20-A432-803892391F9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4E47A4C-0D6A-7D0B-0A54-17380FEF6DC4}"/>
              </a:ext>
            </a:extLst>
          </p:cNvPr>
          <p:cNvSpPr>
            <a:spLocks noGrp="1"/>
          </p:cNvSpPr>
          <p:nvPr>
            <p:ph type="body" sz="quarter" idx="10"/>
          </p:nvPr>
        </p:nvSpPr>
        <p:spPr/>
        <p:txBody>
          <a:bodyPr/>
          <a:lstStyle/>
          <a:p>
            <a:r>
              <a:rPr lang="en-US"/>
              <a:t>PowerPoint (4/4)</a:t>
            </a:r>
          </a:p>
        </p:txBody>
      </p:sp>
      <p:sp>
        <p:nvSpPr>
          <p:cNvPr id="7" name="Text Placeholder 6">
            <a:extLst>
              <a:ext uri="{FF2B5EF4-FFF2-40B4-BE49-F238E27FC236}">
                <a16:creationId xmlns:a16="http://schemas.microsoft.com/office/drawing/2014/main" id="{9D4CAB6C-F3E3-7A7E-9053-7EB61E9A3268}"/>
              </a:ext>
            </a:extLst>
          </p:cNvPr>
          <p:cNvSpPr>
            <a:spLocks noGrp="1"/>
          </p:cNvSpPr>
          <p:nvPr>
            <p:ph type="body" sz="quarter" idx="12"/>
          </p:nvPr>
        </p:nvSpPr>
        <p:spPr/>
        <p:txBody>
          <a:bodyPr/>
          <a:lstStyle/>
          <a:p>
            <a:r>
              <a:rPr lang="en-US"/>
              <a:t>Formatting rules</a:t>
            </a:r>
          </a:p>
        </p:txBody>
      </p:sp>
      <p:sp>
        <p:nvSpPr>
          <p:cNvPr id="6" name="Text Placeholder 5">
            <a:extLst>
              <a:ext uri="{FF2B5EF4-FFF2-40B4-BE49-F238E27FC236}">
                <a16:creationId xmlns:a16="http://schemas.microsoft.com/office/drawing/2014/main" id="{28D9324E-673C-0C40-1BBF-740E3739B514}"/>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432C3DF7-D812-DAD9-0889-F1C601AEED91}"/>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General:</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Type your text in Shapes (alt + N + SH), not in Text Boxes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Always align your shapes to the “guide bars” to the left or to the bottom/top of each slide (e.g. left alignment means aligned to the left of the bar at the bottom of this slide, labeled 24.37cm</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Make sure to check the spacing between your bullets (alt + H + PG), it should be 3pts before and 3 pts after. Indentation  should be 0.48cm at the first bullet, and when indenting using tab, the second should be 1cm</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When inserting logo’s make sure the background is transparent (</a:t>
            </a:r>
            <a:r>
              <a:rPr lang="en-US" sz="900" err="1">
                <a:solidFill>
                  <a:schemeClr val="accent6">
                    <a:lumMod val="75000"/>
                  </a:schemeClr>
                </a:solidFill>
                <a:latin typeface="Source sans pro"/>
                <a:hlinkClick r:id="rId2"/>
              </a:rPr>
              <a:t>Removebg</a:t>
            </a:r>
            <a:r>
              <a:rPr lang="en-US" sz="900">
                <a:solidFill>
                  <a:schemeClr val="accent6">
                    <a:lumMod val="75000"/>
                  </a:schemeClr>
                </a:solidFill>
                <a:latin typeface="Source sans pro"/>
              </a:rPr>
              <a:t> or alt + JP + I + S &gt; click background)</a:t>
            </a:r>
          </a:p>
          <a:p>
            <a:pPr marL="1085850" lvl="2"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Always do this, even on white backgrounds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Make sure AutoSave is turned on at all times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Every subsequent day you work in a document, copy yesterday’s version in the “_old” subfolder in the project folder, and rename appropriately, e.g. “26 05 20 – Project X – Information Memorandum”</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At the end of each day, make sure to exit all documents properly before closing your laptop, failure to do so may result in syncing issues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To start the next line of text without using too much white space, Shift + Enter (“Soft return”)</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When using the same format on different slides (e.g. buyer profiles, competitive landscape tables) make sure icons/ flags/logos are all in the same place, so they don’t appear to move when presenting</a:t>
            </a:r>
          </a:p>
          <a:p>
            <a:pPr marL="1085850" lvl="2"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Easiest way to achieve this is to copy the icons/flags/logos of the first slide to all subsequent ones, and use center anchor (alt + Y2 + SW + C) to switch them out with the appropriate icons/flags/logo’s</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When underlining titles, use a black line with a weight of 0.5. When using lines elsewhere (e.g. as separators), they should be 0.25pts and grey</a:t>
            </a:r>
          </a:p>
          <a:p>
            <a:pPr marL="171450"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Icons: </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When using icons, first search in PowerPoint’s own icon library (alt + N + NS), only if there is no fitting icon there, refer to the sources below</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err="1">
                <a:solidFill>
                  <a:schemeClr val="bg2"/>
                </a:solidFill>
                <a:latin typeface="Source sans pro"/>
                <a:hlinkClick r:id="rId3">
                  <a:extLst>
                    <a:ext uri="{A12FA001-AC4F-418D-AE19-62706E023703}">
                      <ahyp:hlinkClr xmlns:ahyp="http://schemas.microsoft.com/office/drawing/2018/hyperlinkcolor" val="tx"/>
                    </a:ext>
                  </a:extLst>
                </a:hlinkClick>
              </a:rPr>
              <a:t>Nounproject</a:t>
            </a:r>
            <a:endParaRPr lang="en-US" sz="900">
              <a:solidFill>
                <a:schemeClr val="bg2"/>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Get this Icon &gt; Basic Download &gt; Download SVG &gt; Drag download from map in PPT &gt; ALT + JG + C1</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err="1">
                <a:solidFill>
                  <a:schemeClr val="bg2"/>
                </a:solidFill>
                <a:latin typeface="Source sans pro"/>
                <a:hlinkClick r:id="rId4">
                  <a:extLst>
                    <a:ext uri="{A12FA001-AC4F-418D-AE19-62706E023703}">
                      <ahyp:hlinkClr xmlns:ahyp="http://schemas.microsoft.com/office/drawing/2018/hyperlinkcolor" val="tx"/>
                    </a:ext>
                  </a:extLst>
                </a:hlinkClick>
              </a:rPr>
              <a:t>Visualpharm</a:t>
            </a:r>
            <a:endParaRPr lang="en-US" sz="900">
              <a:solidFill>
                <a:schemeClr val="bg2"/>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tx1"/>
                </a:solidFill>
                <a:latin typeface="Source sans pro"/>
              </a:rPr>
              <a:t>Download SVG Vector &gt; </a:t>
            </a:r>
            <a:r>
              <a:rPr lang="en-GB" sz="900">
                <a:solidFill>
                  <a:schemeClr val="tx1"/>
                </a:solidFill>
                <a:latin typeface="Source sans pro"/>
              </a:rPr>
              <a:t>Drag download from map in PPT &gt; ALT + JG + C1</a:t>
            </a:r>
            <a:endParaRPr lang="en-US" sz="900">
              <a:solidFill>
                <a:schemeClr val="tx1"/>
              </a:solidFill>
              <a:latin typeface="Source sans pro"/>
            </a:endParaRPr>
          </a:p>
        </p:txBody>
      </p:sp>
      <p:sp>
        <p:nvSpPr>
          <p:cNvPr id="9" name="Rectangle 8">
            <a:extLst>
              <a:ext uri="{FF2B5EF4-FFF2-40B4-BE49-F238E27FC236}">
                <a16:creationId xmlns:a16="http://schemas.microsoft.com/office/drawing/2014/main" id="{E15D3240-B4E4-EFB3-31DE-E071E5787214}"/>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Formatting bible</a:t>
            </a:r>
          </a:p>
        </p:txBody>
      </p:sp>
      <p:sp>
        <p:nvSpPr>
          <p:cNvPr id="4" name="Rectangle 3">
            <a:extLst>
              <a:ext uri="{FF2B5EF4-FFF2-40B4-BE49-F238E27FC236}">
                <a16:creationId xmlns:a16="http://schemas.microsoft.com/office/drawing/2014/main" id="{D615D7EF-F94C-FF11-2708-2BE745D960D3}"/>
              </a:ext>
            </a:extLst>
          </p:cNvPr>
          <p:cNvSpPr/>
          <p:nvPr/>
        </p:nvSpPr>
        <p:spPr>
          <a:xfrm>
            <a:off x="186104"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8EC1DCC6-EACE-2F89-1FDA-DAD99B8BB722}"/>
              </a:ext>
            </a:extLst>
          </p:cNvPr>
          <p:cNvSpPr/>
          <p:nvPr/>
        </p:nvSpPr>
        <p:spPr>
          <a:xfrm>
            <a:off x="3171358"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AD60E33D-EB96-C6BE-495F-2100C0C4D617}"/>
              </a:ext>
            </a:extLst>
          </p:cNvPr>
          <p:cNvSpPr/>
          <p:nvPr/>
        </p:nvSpPr>
        <p:spPr>
          <a:xfrm>
            <a:off x="6156613"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D9DBD570-69C3-E706-194A-8113D9543580}"/>
              </a:ext>
            </a:extLst>
          </p:cNvPr>
          <p:cNvSpPr/>
          <p:nvPr/>
        </p:nvSpPr>
        <p:spPr>
          <a:xfrm>
            <a:off x="18610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81FD9D4D-109E-70EF-B91A-89790E22857C}"/>
              </a:ext>
            </a:extLst>
          </p:cNvPr>
          <p:cNvSpPr/>
          <p:nvPr/>
        </p:nvSpPr>
        <p:spPr>
          <a:xfrm>
            <a:off x="242587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5467836E-126F-67DA-4E50-BBB90F31E88E}"/>
              </a:ext>
            </a:extLst>
          </p:cNvPr>
          <p:cNvSpPr/>
          <p:nvPr/>
        </p:nvSpPr>
        <p:spPr>
          <a:xfrm>
            <a:off x="466564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E64F9458-AD91-50D3-8EE7-8B31F04726B2}"/>
              </a:ext>
            </a:extLst>
          </p:cNvPr>
          <p:cNvSpPr/>
          <p:nvPr/>
        </p:nvSpPr>
        <p:spPr>
          <a:xfrm>
            <a:off x="6905413"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8" name="Rectangle 17">
            <a:extLst>
              <a:ext uri="{FF2B5EF4-FFF2-40B4-BE49-F238E27FC236}">
                <a16:creationId xmlns:a16="http://schemas.microsoft.com/office/drawing/2014/main" id="{58DD8E8B-E5B3-5B17-1055-370C4FC236B9}"/>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9" name="Rectangle 18">
            <a:extLst>
              <a:ext uri="{FF2B5EF4-FFF2-40B4-BE49-F238E27FC236}">
                <a16:creationId xmlns:a16="http://schemas.microsoft.com/office/drawing/2014/main" id="{E4AEDEF7-D2DB-D1E0-5294-EAB4CD8007C9}"/>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FEFD34A3-3E2A-CE2A-CD24-036982DE8EF6}"/>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E3146829-05C8-0373-2E77-95D92F51901C}"/>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Tree>
    <p:extLst>
      <p:ext uri="{BB962C8B-B14F-4D97-AF65-F5344CB8AC3E}">
        <p14:creationId xmlns:p14="http://schemas.microsoft.com/office/powerpoint/2010/main" val="3323304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ADE8-4D24-1A41-D881-F29CD37CF8C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925F623-EF5B-FEFE-20EC-BF3350B65EFD}"/>
              </a:ext>
            </a:extLst>
          </p:cNvPr>
          <p:cNvSpPr>
            <a:spLocks noGrp="1"/>
          </p:cNvSpPr>
          <p:nvPr>
            <p:ph type="body" sz="quarter" idx="10"/>
          </p:nvPr>
        </p:nvSpPr>
        <p:spPr/>
        <p:txBody>
          <a:bodyPr/>
          <a:lstStyle/>
          <a:p>
            <a:r>
              <a:rPr lang="en-US"/>
              <a:t>Excel (1/2)</a:t>
            </a:r>
          </a:p>
        </p:txBody>
      </p:sp>
      <p:sp>
        <p:nvSpPr>
          <p:cNvPr id="7" name="Text Placeholder 6">
            <a:extLst>
              <a:ext uri="{FF2B5EF4-FFF2-40B4-BE49-F238E27FC236}">
                <a16:creationId xmlns:a16="http://schemas.microsoft.com/office/drawing/2014/main" id="{174086B9-6827-53C9-F412-64D69847BB2D}"/>
              </a:ext>
            </a:extLst>
          </p:cNvPr>
          <p:cNvSpPr>
            <a:spLocks noGrp="1"/>
          </p:cNvSpPr>
          <p:nvPr>
            <p:ph type="body" sz="quarter" idx="12"/>
          </p:nvPr>
        </p:nvSpPr>
        <p:spPr/>
        <p:txBody>
          <a:bodyPr/>
          <a:lstStyle/>
          <a:p>
            <a:r>
              <a:rPr lang="en-US"/>
              <a:t>Formatting rules</a:t>
            </a:r>
          </a:p>
        </p:txBody>
      </p:sp>
      <p:sp>
        <p:nvSpPr>
          <p:cNvPr id="6" name="Text Placeholder 5">
            <a:extLst>
              <a:ext uri="{FF2B5EF4-FFF2-40B4-BE49-F238E27FC236}">
                <a16:creationId xmlns:a16="http://schemas.microsoft.com/office/drawing/2014/main" id="{9C865ADB-DB49-084D-B969-2D71730689F1}"/>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E66761A7-4B4C-B0EC-91B9-C62BE4DF6C1D}"/>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General:</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You can open a sheet of the same document in another window:  alt + W + N. If you want to close the document afterwards, always make sure you close the additionally opened window first in order to preserve the original view settings of the main window</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Make sure that there are never any external Workbook Links: alt + A + K</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Make sure you understand and can clearly explain the formulas you used. Keep it simple. Less is more</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If you add data as hard values in an Excel document, fill the cell with a color (alt + H + H) and add it to a color legend in a cover sheet (a first tab of a workbook or section of sheets used to introduce the section, summarize its content, …). Also add the source of the data.</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rPr>
              <a:t>Use different colors for different sections of tabs (right click the name of the sheet -&gt; tab color)</a:t>
            </a:r>
          </a:p>
          <a:p>
            <a:pPr marL="628650" lvl="1" indent="-171450">
              <a:spcBef>
                <a:spcPts val="300"/>
              </a:spcBef>
              <a:spcAft>
                <a:spcPts val="300"/>
              </a:spcAft>
              <a:buClr>
                <a:schemeClr val="bg2"/>
              </a:buClr>
              <a:buSzPct val="65000"/>
              <a:buFont typeface="Source sans pro" panose="020B0503030403020204" pitchFamily="34" charset="0"/>
              <a:buChar char="▷"/>
            </a:pPr>
            <a:endParaRPr lang="en-US" sz="90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endParaRPr lang="en-US" sz="900">
              <a:solidFill>
                <a:schemeClr val="accent6">
                  <a:lumMod val="75000"/>
                </a:schemeClr>
              </a:solidFill>
              <a:latin typeface="Source sans pro"/>
            </a:endParaRPr>
          </a:p>
        </p:txBody>
      </p:sp>
      <p:sp>
        <p:nvSpPr>
          <p:cNvPr id="9" name="Rectangle 8">
            <a:extLst>
              <a:ext uri="{FF2B5EF4-FFF2-40B4-BE49-F238E27FC236}">
                <a16:creationId xmlns:a16="http://schemas.microsoft.com/office/drawing/2014/main" id="{CD456D12-2CE5-351D-C59F-CC3C6E7A3DA5}"/>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Formatting bible</a:t>
            </a:r>
          </a:p>
        </p:txBody>
      </p:sp>
      <p:sp>
        <p:nvSpPr>
          <p:cNvPr id="4" name="Rectangle 3">
            <a:extLst>
              <a:ext uri="{FF2B5EF4-FFF2-40B4-BE49-F238E27FC236}">
                <a16:creationId xmlns:a16="http://schemas.microsoft.com/office/drawing/2014/main" id="{8C980ED0-8655-8F50-83BC-49A7172D4304}"/>
              </a:ext>
            </a:extLst>
          </p:cNvPr>
          <p:cNvSpPr/>
          <p:nvPr/>
        </p:nvSpPr>
        <p:spPr>
          <a:xfrm>
            <a:off x="186104"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906DCCBE-A860-3171-90EA-4A2E294A0B7D}"/>
              </a:ext>
            </a:extLst>
          </p:cNvPr>
          <p:cNvSpPr/>
          <p:nvPr/>
        </p:nvSpPr>
        <p:spPr>
          <a:xfrm>
            <a:off x="3171358"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630F2CA1-3107-A92F-043D-1C7AA8442B4B}"/>
              </a:ext>
            </a:extLst>
          </p:cNvPr>
          <p:cNvSpPr/>
          <p:nvPr/>
        </p:nvSpPr>
        <p:spPr>
          <a:xfrm>
            <a:off x="6156613"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CAE5F857-3962-B12F-FEFC-8C80CCF55577}"/>
              </a:ext>
            </a:extLst>
          </p:cNvPr>
          <p:cNvSpPr/>
          <p:nvPr/>
        </p:nvSpPr>
        <p:spPr>
          <a:xfrm>
            <a:off x="18610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A6F02271-B22E-1AD0-01C4-B18ADB274DEE}"/>
              </a:ext>
            </a:extLst>
          </p:cNvPr>
          <p:cNvSpPr/>
          <p:nvPr/>
        </p:nvSpPr>
        <p:spPr>
          <a:xfrm>
            <a:off x="242587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98975558-5A2A-574A-EEF3-4F8BAB2D0947}"/>
              </a:ext>
            </a:extLst>
          </p:cNvPr>
          <p:cNvSpPr/>
          <p:nvPr/>
        </p:nvSpPr>
        <p:spPr>
          <a:xfrm>
            <a:off x="466564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9C257DCD-CE88-8D8E-8E84-6D18299BC2FC}"/>
              </a:ext>
            </a:extLst>
          </p:cNvPr>
          <p:cNvSpPr/>
          <p:nvPr/>
        </p:nvSpPr>
        <p:spPr>
          <a:xfrm>
            <a:off x="6905413"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8" name="Rectangle 17">
            <a:extLst>
              <a:ext uri="{FF2B5EF4-FFF2-40B4-BE49-F238E27FC236}">
                <a16:creationId xmlns:a16="http://schemas.microsoft.com/office/drawing/2014/main" id="{7922EFAE-9C58-8893-635C-B81BF12E382B}"/>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9" name="Rectangle 18">
            <a:extLst>
              <a:ext uri="{FF2B5EF4-FFF2-40B4-BE49-F238E27FC236}">
                <a16:creationId xmlns:a16="http://schemas.microsoft.com/office/drawing/2014/main" id="{9F88468F-AD04-2BC7-EA40-8DE64E5704E8}"/>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AFC295A7-6C8F-EDCA-B0E1-33C83AA7A627}"/>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31C8E744-03B2-AC0B-E1AA-9DFA296C4CC7}"/>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Tree>
    <p:extLst>
      <p:ext uri="{BB962C8B-B14F-4D97-AF65-F5344CB8AC3E}">
        <p14:creationId xmlns:p14="http://schemas.microsoft.com/office/powerpoint/2010/main" val="1813557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61CCC42-1910-4D3B-A7CA-E94C0A834F5A}"/>
              </a:ext>
            </a:extLst>
          </p:cNvPr>
          <p:cNvSpPr>
            <a:spLocks noGrp="1"/>
          </p:cNvSpPr>
          <p:nvPr>
            <p:ph type="body" sz="quarter" idx="10"/>
          </p:nvPr>
        </p:nvSpPr>
        <p:spPr/>
        <p:txBody>
          <a:bodyPr/>
          <a:lstStyle/>
          <a:p>
            <a:r>
              <a:rPr lang="en-US"/>
              <a:t>Excel (2/2)</a:t>
            </a:r>
          </a:p>
        </p:txBody>
      </p:sp>
      <p:sp>
        <p:nvSpPr>
          <p:cNvPr id="7" name="Text Placeholder 6">
            <a:extLst>
              <a:ext uri="{FF2B5EF4-FFF2-40B4-BE49-F238E27FC236}">
                <a16:creationId xmlns:a16="http://schemas.microsoft.com/office/drawing/2014/main" id="{67067AC9-920E-4947-BFE1-79B1C7CE7EE7}"/>
              </a:ext>
            </a:extLst>
          </p:cNvPr>
          <p:cNvSpPr>
            <a:spLocks noGrp="1"/>
          </p:cNvSpPr>
          <p:nvPr>
            <p:ph type="body" sz="quarter" idx="12"/>
          </p:nvPr>
        </p:nvSpPr>
        <p:spPr/>
        <p:txBody>
          <a:bodyPr/>
          <a:lstStyle/>
          <a:p>
            <a:r>
              <a:rPr lang="en-US"/>
              <a:t>CCA Template</a:t>
            </a:r>
          </a:p>
        </p:txBody>
      </p:sp>
      <p:sp>
        <p:nvSpPr>
          <p:cNvPr id="6" name="Text Placeholder 5">
            <a:extLst>
              <a:ext uri="{FF2B5EF4-FFF2-40B4-BE49-F238E27FC236}">
                <a16:creationId xmlns:a16="http://schemas.microsoft.com/office/drawing/2014/main" id="{37B1E4B5-A919-439F-A016-F7743EE48870}"/>
              </a:ext>
            </a:extLst>
          </p:cNvPr>
          <p:cNvSpPr>
            <a:spLocks noGrp="1"/>
          </p:cNvSpPr>
          <p:nvPr>
            <p:ph type="body" sz="quarter" idx="11"/>
          </p:nvPr>
        </p:nvSpPr>
        <p:spPr/>
        <p:txBody>
          <a:bodyPr/>
          <a:lstStyle/>
          <a:p>
            <a:endParaRPr lang="en-US"/>
          </a:p>
        </p:txBody>
      </p:sp>
      <p:sp>
        <p:nvSpPr>
          <p:cNvPr id="8" name="Rectangle 7">
            <a:extLst>
              <a:ext uri="{FF2B5EF4-FFF2-40B4-BE49-F238E27FC236}">
                <a16:creationId xmlns:a16="http://schemas.microsoft.com/office/drawing/2014/main" id="{0B75B5B7-0FBE-4375-AA76-6E8D33CB2B9B}"/>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Template: Interns\Templates\Models &gt; “Trading comps –model template”</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Copy Cap IQ ticker in “Financials” column C</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Edit “Type” in column B</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To insert new peer: Insert row above last existing cell in peer group &gt; copy down formulas of row above</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End every peer group with empty row</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Match rows of “Current valuation” to “Financials” and copy down formulas (make sure links are correct)</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Add/Delete columns in “Historical valuation” to avoid #SPILL</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Add/Delete columns in “Share prices” to avoid #SPILL</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Match rows in “CCA” to cells in “Financials” and “Current valuation” (make sure all formulas in “CCA” are linked to correct rows)</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Add new rows in “CCA” if needed</a:t>
            </a:r>
          </a:p>
          <a:p>
            <a:pPr marL="172800" lvl="1" indent="-228600">
              <a:spcBef>
                <a:spcPts val="300"/>
              </a:spcBef>
              <a:spcAft>
                <a:spcPts val="300"/>
              </a:spcAft>
              <a:buClr>
                <a:schemeClr val="bg2"/>
              </a:buClr>
              <a:buSzPct val="100000"/>
              <a:buFont typeface="+mj-lt"/>
              <a:buAutoNum type="arabicPeriod"/>
            </a:pPr>
            <a:r>
              <a:rPr lang="en-US" sz="900">
                <a:solidFill>
                  <a:schemeClr val="accent6">
                    <a:lumMod val="75000"/>
                  </a:schemeClr>
                </a:solidFill>
                <a:latin typeface="Source sans pro"/>
              </a:rPr>
              <a:t>Check if Average and Median formula take correct specified range</a:t>
            </a:r>
          </a:p>
          <a:p>
            <a:pPr marL="172800" lvl="1" indent="-228600">
              <a:spcBef>
                <a:spcPts val="300"/>
              </a:spcBef>
              <a:spcAft>
                <a:spcPts val="300"/>
              </a:spcAft>
              <a:buClr>
                <a:schemeClr val="bg2"/>
              </a:buClr>
              <a:buSzPct val="100000"/>
              <a:buFont typeface="+mj-lt"/>
              <a:buAutoNum type="arabicPeriod"/>
            </a:pPr>
            <a:endParaRPr lang="en-US" sz="900">
              <a:solidFill>
                <a:schemeClr val="accent6">
                  <a:lumMod val="75000"/>
                </a:schemeClr>
              </a:solidFill>
              <a:latin typeface="Source sans pro"/>
            </a:endParaRPr>
          </a:p>
          <a:p>
            <a:pPr marL="172800" lvl="1" indent="-228600">
              <a:spcBef>
                <a:spcPts val="300"/>
              </a:spcBef>
              <a:spcAft>
                <a:spcPts val="300"/>
              </a:spcAft>
              <a:buClr>
                <a:schemeClr val="bg2"/>
              </a:buClr>
              <a:buSzPct val="100000"/>
              <a:buFont typeface="Wingdings" panose="05000000000000000000" pitchFamily="2" charset="2"/>
              <a:buChar char="§"/>
            </a:pPr>
            <a:r>
              <a:rPr lang="en-US" sz="900">
                <a:solidFill>
                  <a:schemeClr val="accent6">
                    <a:lumMod val="75000"/>
                  </a:schemeClr>
                </a:solidFill>
                <a:latin typeface="Source sans pro"/>
              </a:rPr>
              <a:t>Do not delete total group of peers</a:t>
            </a:r>
          </a:p>
          <a:p>
            <a:pPr marL="172800" lvl="1" indent="-228600">
              <a:spcBef>
                <a:spcPts val="300"/>
              </a:spcBef>
              <a:spcAft>
                <a:spcPts val="300"/>
              </a:spcAft>
              <a:buClr>
                <a:schemeClr val="bg2"/>
              </a:buClr>
              <a:buSzPct val="100000"/>
              <a:buFont typeface="Wingdings" panose="05000000000000000000" pitchFamily="2" charset="2"/>
              <a:buChar char="§"/>
            </a:pPr>
            <a:r>
              <a:rPr lang="en-US" sz="900">
                <a:solidFill>
                  <a:schemeClr val="accent6">
                    <a:lumMod val="75000"/>
                  </a:schemeClr>
                </a:solidFill>
                <a:latin typeface="Source sans pro"/>
              </a:rPr>
              <a:t>Only insert hard-coded data in blue cells</a:t>
            </a:r>
          </a:p>
          <a:p>
            <a:pPr marL="172800" lvl="1" indent="-228600">
              <a:spcBef>
                <a:spcPts val="300"/>
              </a:spcBef>
              <a:spcAft>
                <a:spcPts val="300"/>
              </a:spcAft>
              <a:buClr>
                <a:schemeClr val="bg2"/>
              </a:buClr>
              <a:buSzPct val="100000"/>
              <a:buFont typeface="Wingdings" panose="05000000000000000000" pitchFamily="2" charset="2"/>
              <a:buChar char="§"/>
            </a:pPr>
            <a:r>
              <a:rPr lang="en-US" sz="900">
                <a:solidFill>
                  <a:schemeClr val="accent6">
                    <a:lumMod val="75000"/>
                  </a:schemeClr>
                </a:solidFill>
                <a:latin typeface="Source sans pro"/>
              </a:rPr>
              <a:t>Adjust setting in “Financials” to preferred settings</a:t>
            </a:r>
          </a:p>
        </p:txBody>
      </p:sp>
      <p:sp>
        <p:nvSpPr>
          <p:cNvPr id="9" name="Rectangle 8">
            <a:extLst>
              <a:ext uri="{FF2B5EF4-FFF2-40B4-BE49-F238E27FC236}">
                <a16:creationId xmlns:a16="http://schemas.microsoft.com/office/drawing/2014/main" id="{236598B3-8D37-E4DF-1033-6AECD50268A6}"/>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8" name="Rectangle 17">
            <a:extLst>
              <a:ext uri="{FF2B5EF4-FFF2-40B4-BE49-F238E27FC236}">
                <a16:creationId xmlns:a16="http://schemas.microsoft.com/office/drawing/2014/main" id="{AA456F84-F770-CE08-3294-CF32C393FB4F}"/>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32F1B3F4-C17E-09B4-1CA0-533694CB6FD5}"/>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52285395-FF7E-CE5B-A2EC-AF7259F7AC54}"/>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4" name="Rectangle 3">
            <a:extLst>
              <a:ext uri="{FF2B5EF4-FFF2-40B4-BE49-F238E27FC236}">
                <a16:creationId xmlns:a16="http://schemas.microsoft.com/office/drawing/2014/main" id="{987538FD-1EAC-03A5-8419-06EE146E0EA8}"/>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CCA Template</a:t>
            </a:r>
          </a:p>
        </p:txBody>
      </p:sp>
    </p:spTree>
    <p:extLst>
      <p:ext uri="{BB962C8B-B14F-4D97-AF65-F5344CB8AC3E}">
        <p14:creationId xmlns:p14="http://schemas.microsoft.com/office/powerpoint/2010/main" val="2766585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BE338-B0DE-EED9-87CB-0885775F83A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1EB25EE-48D6-24F5-2FEF-87356250ECE4}"/>
              </a:ext>
            </a:extLst>
          </p:cNvPr>
          <p:cNvSpPr>
            <a:spLocks noGrp="1"/>
          </p:cNvSpPr>
          <p:nvPr>
            <p:ph type="body" sz="quarter" idx="10"/>
          </p:nvPr>
        </p:nvSpPr>
        <p:spPr/>
        <p:txBody>
          <a:bodyPr/>
          <a:lstStyle/>
          <a:p>
            <a:r>
              <a:rPr lang="en-US"/>
              <a:t>Useful training programs</a:t>
            </a:r>
          </a:p>
        </p:txBody>
      </p:sp>
      <p:sp>
        <p:nvSpPr>
          <p:cNvPr id="7" name="Text Placeholder 6">
            <a:extLst>
              <a:ext uri="{FF2B5EF4-FFF2-40B4-BE49-F238E27FC236}">
                <a16:creationId xmlns:a16="http://schemas.microsoft.com/office/drawing/2014/main" id="{F428879A-16D1-1A91-CC90-5E51798AE630}"/>
              </a:ext>
            </a:extLst>
          </p:cNvPr>
          <p:cNvSpPr>
            <a:spLocks noGrp="1"/>
          </p:cNvSpPr>
          <p:nvPr>
            <p:ph type="body" sz="quarter" idx="12"/>
          </p:nvPr>
        </p:nvSpPr>
        <p:spPr/>
        <p:txBody>
          <a:bodyPr/>
          <a:lstStyle/>
          <a:p>
            <a:r>
              <a:rPr lang="en-US"/>
              <a:t>Links</a:t>
            </a:r>
          </a:p>
        </p:txBody>
      </p:sp>
      <p:sp>
        <p:nvSpPr>
          <p:cNvPr id="6" name="Text Placeholder 5">
            <a:extLst>
              <a:ext uri="{FF2B5EF4-FFF2-40B4-BE49-F238E27FC236}">
                <a16:creationId xmlns:a16="http://schemas.microsoft.com/office/drawing/2014/main" id="{9992F85A-E323-17B9-591B-6DCC30C11DB6}"/>
              </a:ext>
            </a:extLst>
          </p:cNvPr>
          <p:cNvSpPr>
            <a:spLocks noGrp="1"/>
          </p:cNvSpPr>
          <p:nvPr>
            <p:ph type="body" sz="quarter" idx="11"/>
          </p:nvPr>
        </p:nvSpPr>
        <p:spPr/>
        <p:txBody>
          <a:bodyPr/>
          <a:lstStyle/>
          <a:p>
            <a:endParaRPr lang="en-US"/>
          </a:p>
        </p:txBody>
      </p:sp>
      <p:sp>
        <p:nvSpPr>
          <p:cNvPr id="9" name="Rectangle 8">
            <a:extLst>
              <a:ext uri="{FF2B5EF4-FFF2-40B4-BE49-F238E27FC236}">
                <a16:creationId xmlns:a16="http://schemas.microsoft.com/office/drawing/2014/main" id="{891DE43F-A9A0-4A24-DD9D-F0BA05FC3D10}"/>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b="1" u="sng">
                <a:solidFill>
                  <a:schemeClr val="accent6">
                    <a:lumMod val="75000"/>
                  </a:schemeClr>
                </a:solidFill>
                <a:latin typeface="Source sans pro"/>
              </a:rPr>
              <a:t>PowerPoint:</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hlinkClick r:id="rId2"/>
              </a:rPr>
              <a:t>https://mergersandinquisitions.com/investment-banking-powerpoint-shortcuts/</a:t>
            </a:r>
            <a:endParaRPr lang="en-US" sz="90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hlinkClick r:id="rId3"/>
              </a:rPr>
              <a:t>https://www.wallstreetprep.com/knowledge/powerpoint-hacks-for-investment-banking-and-consulting/</a:t>
            </a:r>
            <a:endParaRPr lang="en-US" sz="90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r>
              <a:rPr lang="en-US" sz="900" b="1" u="sng">
                <a:solidFill>
                  <a:schemeClr val="accent6">
                    <a:lumMod val="75000"/>
                  </a:schemeClr>
                </a:solidFill>
                <a:latin typeface="Source sans pro"/>
              </a:rPr>
              <a:t>Excel:</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hlinkClick r:id="rId4"/>
              </a:rPr>
              <a:t>https://www.wallstreetprep.com/knowledge/how-to-adjust-column-width-in-excel/</a:t>
            </a:r>
            <a:endParaRPr lang="en-US" sz="90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hlinkClick r:id="rId5"/>
              </a:rPr>
              <a:t>https://www.wallstreetprep.com/topics/excel/</a:t>
            </a:r>
            <a:endParaRPr lang="en-US" sz="90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a:solidFill>
                  <a:schemeClr val="accent6">
                    <a:lumMod val="75000"/>
                  </a:schemeClr>
                </a:solidFill>
                <a:latin typeface="Source sans pro"/>
                <a:hlinkClick r:id="rId6"/>
              </a:rPr>
              <a:t>https://www.youtube.com/watch?v=6oGoNeD1ZrE</a:t>
            </a:r>
            <a:endParaRPr lang="en-US" sz="900">
              <a:solidFill>
                <a:schemeClr val="accent6">
                  <a:lumMod val="75000"/>
                </a:schemeClr>
              </a:solidFill>
              <a:latin typeface="Source sans pro"/>
            </a:endParaRPr>
          </a:p>
          <a:p>
            <a:pPr lvl="1">
              <a:spcBef>
                <a:spcPts val="300"/>
              </a:spcBef>
              <a:spcAft>
                <a:spcPts val="300"/>
              </a:spcAft>
              <a:buClr>
                <a:schemeClr val="bg2"/>
              </a:buClr>
              <a:buSzPct val="65000"/>
            </a:pPr>
            <a:endParaRPr lang="en-US" sz="90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endParaRPr lang="en-US" sz="900">
              <a:solidFill>
                <a:schemeClr val="accent6">
                  <a:lumMod val="75000"/>
                </a:schemeClr>
              </a:solidFill>
              <a:latin typeface="Source sans pro"/>
            </a:endParaRPr>
          </a:p>
        </p:txBody>
      </p:sp>
      <p:sp>
        <p:nvSpPr>
          <p:cNvPr id="8" name="Rectangle 7">
            <a:extLst>
              <a:ext uri="{FF2B5EF4-FFF2-40B4-BE49-F238E27FC236}">
                <a16:creationId xmlns:a16="http://schemas.microsoft.com/office/drawing/2014/main" id="{254F025E-928E-88E6-F9B6-8CE772FF04A8}"/>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8" name="Rectangle 17">
            <a:extLst>
              <a:ext uri="{FF2B5EF4-FFF2-40B4-BE49-F238E27FC236}">
                <a16:creationId xmlns:a16="http://schemas.microsoft.com/office/drawing/2014/main" id="{23DB3853-9C9F-FA69-2D8A-1A1CB2B2CAFF}"/>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A3382C54-E54D-5849-FE57-3EEE76C3C725}"/>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E3CA4176-DF3C-41B5-F338-BBC946A72E53}"/>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Tree>
    <p:extLst>
      <p:ext uri="{BB962C8B-B14F-4D97-AF65-F5344CB8AC3E}">
        <p14:creationId xmlns:p14="http://schemas.microsoft.com/office/powerpoint/2010/main" val="3338645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20225-809D-4C29-88DD-DC12269EF1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75B839-4C04-8A09-B161-44D016C86350}"/>
              </a:ext>
            </a:extLst>
          </p:cNvPr>
          <p:cNvSpPr/>
          <p:nvPr/>
        </p:nvSpPr>
        <p:spPr>
          <a:xfrm>
            <a:off x="0" y="5520497"/>
            <a:ext cx="9144000" cy="1337503"/>
          </a:xfrm>
          <a:prstGeom prst="rect">
            <a:avLst/>
          </a:prstGeom>
          <a:solidFill>
            <a:schemeClr val="accent2">
              <a:lumMod val="40000"/>
              <a:lumOff val="60000"/>
              <a:alpha val="8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TextBox 2">
            <a:extLst>
              <a:ext uri="{FF2B5EF4-FFF2-40B4-BE49-F238E27FC236}">
                <a16:creationId xmlns:a16="http://schemas.microsoft.com/office/drawing/2014/main" id="{DBF43C43-F4CF-4474-009A-68FCB53DD428}"/>
              </a:ext>
            </a:extLst>
          </p:cNvPr>
          <p:cNvSpPr txBox="1"/>
          <p:nvPr/>
        </p:nvSpPr>
        <p:spPr>
          <a:xfrm>
            <a:off x="2556768" y="5552903"/>
            <a:ext cx="4030464" cy="1305097"/>
          </a:xfrm>
          <a:prstGeom prst="rect">
            <a:avLst/>
          </a:prstGeom>
          <a:noFill/>
        </p:spPr>
        <p:txBody>
          <a:bodyPr wrap="none" rtlCol="0" anchor="ctr">
            <a:noAutofit/>
          </a:bodyPr>
          <a:lstStyle/>
          <a:p>
            <a:pPr algn="ctr">
              <a:spcAft>
                <a:spcPts val="600"/>
              </a:spcAft>
            </a:pPr>
            <a:r>
              <a:rPr lang="en-US" sz="2400" b="1">
                <a:solidFill>
                  <a:schemeClr val="bg2"/>
                </a:solidFill>
                <a:latin typeface="Merriweather" panose="00000500000000000000" pitchFamily="50" charset="0"/>
              </a:rPr>
              <a:t>Informal Manual</a:t>
            </a:r>
          </a:p>
          <a:p>
            <a:pPr algn="ctr">
              <a:spcAft>
                <a:spcPts val="600"/>
              </a:spcAft>
            </a:pPr>
            <a:r>
              <a:rPr lang="en-US" b="1" i="1">
                <a:latin typeface="Merriweather" panose="00000500000000000000" pitchFamily="50" charset="0"/>
              </a:rPr>
              <a:t>Strictly private &amp; confidential</a:t>
            </a:r>
          </a:p>
        </p:txBody>
      </p:sp>
      <p:pic>
        <p:nvPicPr>
          <p:cNvPr id="7" name="Picture 6">
            <a:extLst>
              <a:ext uri="{FF2B5EF4-FFF2-40B4-BE49-F238E27FC236}">
                <a16:creationId xmlns:a16="http://schemas.microsoft.com/office/drawing/2014/main" id="{5499F283-51AF-AAC0-E005-ACE369C73A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8460" y="307111"/>
            <a:ext cx="1337089" cy="427869"/>
          </a:xfrm>
          <a:prstGeom prst="rect">
            <a:avLst/>
          </a:prstGeom>
        </p:spPr>
      </p:pic>
    </p:spTree>
    <p:extLst>
      <p:ext uri="{BB962C8B-B14F-4D97-AF65-F5344CB8AC3E}">
        <p14:creationId xmlns:p14="http://schemas.microsoft.com/office/powerpoint/2010/main" val="178862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A948-C9FC-02BA-E53D-9D324D6C09E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E058F05-918B-808D-EFB8-40187A8885CC}"/>
              </a:ext>
            </a:extLst>
          </p:cNvPr>
          <p:cNvSpPr>
            <a:spLocks noGrp="1"/>
          </p:cNvSpPr>
          <p:nvPr>
            <p:ph type="body" sz="quarter" idx="10"/>
          </p:nvPr>
        </p:nvSpPr>
        <p:spPr/>
        <p:txBody>
          <a:bodyPr/>
          <a:lstStyle/>
          <a:p>
            <a:r>
              <a:rPr lang="en-US"/>
              <a:t>Informal rules</a:t>
            </a:r>
          </a:p>
        </p:txBody>
      </p:sp>
      <p:sp>
        <p:nvSpPr>
          <p:cNvPr id="7" name="Text Placeholder 6">
            <a:extLst>
              <a:ext uri="{FF2B5EF4-FFF2-40B4-BE49-F238E27FC236}">
                <a16:creationId xmlns:a16="http://schemas.microsoft.com/office/drawing/2014/main" id="{DF36C675-182A-7788-324D-4F5CC1D3F6AC}"/>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52CCCD72-4922-04E2-9701-5F9A06BA29CF}"/>
              </a:ext>
            </a:extLst>
          </p:cNvPr>
          <p:cNvSpPr>
            <a:spLocks noGrp="1"/>
          </p:cNvSpPr>
          <p:nvPr>
            <p:ph type="body" sz="quarter" idx="11"/>
          </p:nvPr>
        </p:nvSpPr>
        <p:spPr/>
        <p:txBody>
          <a:bodyPr/>
          <a:lstStyle/>
          <a:p>
            <a:r>
              <a:rPr lang="en-US"/>
              <a:t>Note: (1) </a:t>
            </a:r>
            <a:r>
              <a:rPr lang="en-US" err="1"/>
              <a:t>ssssss</a:t>
            </a:r>
            <a:r>
              <a:rPr lang="en-US"/>
              <a:t> ; (2) </a:t>
            </a:r>
            <a:r>
              <a:rPr lang="en-US" err="1"/>
              <a:t>kkkkk</a:t>
            </a:r>
            <a:r>
              <a:rPr lang="en-US"/>
              <a:t> </a:t>
            </a:r>
          </a:p>
        </p:txBody>
      </p:sp>
      <p:sp>
        <p:nvSpPr>
          <p:cNvPr id="8" name="Rectangle 7">
            <a:extLst>
              <a:ext uri="{FF2B5EF4-FFF2-40B4-BE49-F238E27FC236}">
                <a16:creationId xmlns:a16="http://schemas.microsoft.com/office/drawing/2014/main" id="{77FF8BF0-2FB2-AC1C-1148-D6963DEE604B}"/>
              </a:ext>
            </a:extLst>
          </p:cNvPr>
          <p:cNvSpPr/>
          <p:nvPr/>
        </p:nvSpPr>
        <p:spPr>
          <a:xfrm>
            <a:off x="184213" y="1063276"/>
            <a:ext cx="8780400" cy="5112000"/>
          </a:xfrm>
          <a:prstGeom prst="rect">
            <a:avLst/>
          </a:prstGeom>
          <a:solidFill>
            <a:schemeClr val="bg1"/>
          </a:solidFill>
          <a:ln>
            <a:noFill/>
          </a:ln>
          <a:effectLst>
            <a:outerShdw blurRad="635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288000" rIns="90000" bIns="46800" rtlCol="0" anchor="t"/>
          <a:lstStyle/>
          <a:p>
            <a:pPr marL="171450"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Croque-monsieur manual</a:t>
            </a: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err="1">
                <a:solidFill>
                  <a:schemeClr val="accent6">
                    <a:lumMod val="75000"/>
                  </a:schemeClr>
                </a:solidFill>
                <a:latin typeface="Source sans pro"/>
              </a:rPr>
              <a:t>Boter</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aan</a:t>
            </a:r>
            <a:r>
              <a:rPr lang="en-US" sz="900" dirty="0">
                <a:solidFill>
                  <a:schemeClr val="accent6">
                    <a:lumMod val="75000"/>
                  </a:schemeClr>
                </a:solidFill>
                <a:latin typeface="Source sans pro"/>
              </a:rPr>
              <a:t> de </a:t>
            </a:r>
            <a:r>
              <a:rPr lang="en-US" sz="900" dirty="0" err="1">
                <a:solidFill>
                  <a:schemeClr val="accent6">
                    <a:lumMod val="75000"/>
                  </a:schemeClr>
                </a:solidFill>
                <a:latin typeface="Source sans pro"/>
              </a:rPr>
              <a:t>buitenkant</a:t>
            </a:r>
            <a:r>
              <a:rPr lang="en-US" sz="900" dirty="0">
                <a:solidFill>
                  <a:schemeClr val="accent6">
                    <a:lumMod val="75000"/>
                  </a:schemeClr>
                </a:solidFill>
                <a:latin typeface="Source sans pro"/>
              </a:rPr>
              <a:t> van de </a:t>
            </a:r>
            <a:r>
              <a:rPr lang="en-US" sz="900" dirty="0" err="1">
                <a:solidFill>
                  <a:schemeClr val="accent6">
                    <a:lumMod val="75000"/>
                  </a:schemeClr>
                </a:solidFill>
                <a:latin typeface="Source sans pro"/>
              </a:rPr>
              <a:t>broodjes</a:t>
            </a:r>
            <a:r>
              <a:rPr lang="en-US" sz="900" dirty="0">
                <a:solidFill>
                  <a:schemeClr val="accent6">
                    <a:lumMod val="75000"/>
                  </a:schemeClr>
                </a:solidFill>
                <a:latin typeface="Source sans pro"/>
              </a:rPr>
              <a:t> ten </a:t>
            </a:r>
            <a:r>
              <a:rPr lang="en-US" sz="900" dirty="0" err="1">
                <a:solidFill>
                  <a:schemeClr val="accent6">
                    <a:lumMod val="75000"/>
                  </a:schemeClr>
                </a:solidFill>
                <a:latin typeface="Source sans pro"/>
              </a:rPr>
              <a:t>einde</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te</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voorkomen</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dat</a:t>
            </a:r>
            <a:r>
              <a:rPr lang="en-US" sz="900" dirty="0">
                <a:solidFill>
                  <a:schemeClr val="accent6">
                    <a:lumMod val="75000"/>
                  </a:schemeClr>
                </a:solidFill>
                <a:latin typeface="Source sans pro"/>
              </a:rPr>
              <a:t> de </a:t>
            </a:r>
            <a:r>
              <a:rPr lang="en-US" sz="900" dirty="0" err="1">
                <a:solidFill>
                  <a:schemeClr val="accent6">
                    <a:lumMod val="75000"/>
                  </a:schemeClr>
                </a:solidFill>
                <a:latin typeface="Source sans pro"/>
              </a:rPr>
              <a:t>broodjes</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blijven</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plakken</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aan</a:t>
            </a:r>
            <a:r>
              <a:rPr lang="en-US" sz="900" dirty="0">
                <a:solidFill>
                  <a:schemeClr val="accent6">
                    <a:lumMod val="75000"/>
                  </a:schemeClr>
                </a:solidFill>
                <a:latin typeface="Source sans pro"/>
              </a:rPr>
              <a:t> de </a:t>
            </a:r>
            <a:r>
              <a:rPr lang="en-US" sz="900" dirty="0" err="1">
                <a:solidFill>
                  <a:schemeClr val="accent6">
                    <a:lumMod val="75000"/>
                  </a:schemeClr>
                </a:solidFill>
                <a:latin typeface="Source sans pro"/>
              </a:rPr>
              <a:t>bakplaten</a:t>
            </a:r>
            <a:endParaRPr lang="en-US" sz="900" dirty="0">
              <a:solidFill>
                <a:schemeClr val="accent6">
                  <a:lumMod val="75000"/>
                </a:schemeClr>
              </a:solidFill>
              <a:latin typeface="Source sans pro"/>
            </a:endParaRPr>
          </a:p>
          <a:p>
            <a:pPr marL="171450" indent="-171450">
              <a:spcBef>
                <a:spcPts val="300"/>
              </a:spcBef>
              <a:spcAft>
                <a:spcPts val="300"/>
              </a:spcAft>
              <a:buClr>
                <a:schemeClr val="bg2"/>
              </a:buClr>
              <a:buSzPct val="65000"/>
              <a:buFont typeface="Source sans pro" panose="020B0503030403020204" pitchFamily="34" charset="0"/>
              <a:buChar char="▷"/>
            </a:pPr>
            <a:r>
              <a:rPr lang="en-US" sz="900" dirty="0" err="1">
                <a:solidFill>
                  <a:schemeClr val="accent6">
                    <a:lumMod val="75000"/>
                  </a:schemeClr>
                </a:solidFill>
                <a:latin typeface="Source sans pro"/>
              </a:rPr>
              <a:t>Avondeten</a:t>
            </a:r>
            <a:endParaRPr lang="en-US" sz="900" dirty="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r>
              <a:rPr lang="en-US" sz="900" dirty="0">
                <a:solidFill>
                  <a:schemeClr val="accent6">
                    <a:lumMod val="75000"/>
                  </a:schemeClr>
                </a:solidFill>
                <a:latin typeface="Source sans pro"/>
              </a:rPr>
              <a:t>Wees steeds </a:t>
            </a:r>
            <a:r>
              <a:rPr lang="en-US" sz="900" dirty="0" err="1">
                <a:solidFill>
                  <a:schemeClr val="accent6">
                    <a:lumMod val="75000"/>
                  </a:schemeClr>
                </a:solidFill>
                <a:latin typeface="Source sans pro"/>
              </a:rPr>
              <a:t>bewust</a:t>
            </a:r>
            <a:r>
              <a:rPr lang="en-US" sz="900" dirty="0">
                <a:solidFill>
                  <a:schemeClr val="accent6">
                    <a:lumMod val="75000"/>
                  </a:schemeClr>
                </a:solidFill>
                <a:latin typeface="Source sans pro"/>
              </a:rPr>
              <a:t> van welk </a:t>
            </a:r>
            <a:r>
              <a:rPr lang="en-US" sz="900" dirty="0" err="1">
                <a:solidFill>
                  <a:schemeClr val="accent6">
                    <a:lumMod val="75000"/>
                  </a:schemeClr>
                </a:solidFill>
                <a:latin typeface="Source sans pro"/>
              </a:rPr>
              <a:t>gerecht</a:t>
            </a:r>
            <a:r>
              <a:rPr lang="en-US" sz="900" dirty="0">
                <a:solidFill>
                  <a:schemeClr val="accent6">
                    <a:lumMod val="75000"/>
                  </a:schemeClr>
                </a:solidFill>
                <a:latin typeface="Source sans pro"/>
              </a:rPr>
              <a:t> je </a:t>
            </a:r>
            <a:r>
              <a:rPr lang="en-US" sz="900" dirty="0" err="1">
                <a:solidFill>
                  <a:schemeClr val="accent6">
                    <a:lumMod val="75000"/>
                  </a:schemeClr>
                </a:solidFill>
                <a:latin typeface="Source sans pro"/>
              </a:rPr>
              <a:t>hebt</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besteld</a:t>
            </a:r>
            <a:r>
              <a:rPr lang="en-US" sz="900" dirty="0">
                <a:solidFill>
                  <a:schemeClr val="accent6">
                    <a:lumMod val="75000"/>
                  </a:schemeClr>
                </a:solidFill>
                <a:latin typeface="Source sans pro"/>
              </a:rPr>
              <a:t> ten </a:t>
            </a:r>
            <a:r>
              <a:rPr lang="en-US" sz="900" dirty="0" err="1">
                <a:solidFill>
                  <a:schemeClr val="accent6">
                    <a:lumMod val="75000"/>
                  </a:schemeClr>
                </a:solidFill>
                <a:latin typeface="Source sans pro"/>
              </a:rPr>
              <a:t>einde</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te</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voorkomen</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dat</a:t>
            </a:r>
            <a:r>
              <a:rPr lang="en-US" sz="900" dirty="0">
                <a:solidFill>
                  <a:schemeClr val="accent6">
                    <a:lumMod val="75000"/>
                  </a:schemeClr>
                </a:solidFill>
                <a:latin typeface="Source sans pro"/>
              </a:rPr>
              <a:t> je </a:t>
            </a:r>
            <a:r>
              <a:rPr lang="en-US" sz="900" dirty="0" err="1">
                <a:solidFill>
                  <a:schemeClr val="accent6">
                    <a:lumMod val="75000"/>
                  </a:schemeClr>
                </a:solidFill>
                <a:latin typeface="Source sans pro"/>
              </a:rPr>
              <a:t>iemand</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anders</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zijn</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gerecht</a:t>
            </a:r>
            <a:r>
              <a:rPr lang="en-US" sz="900" dirty="0">
                <a:solidFill>
                  <a:schemeClr val="accent6">
                    <a:lumMod val="75000"/>
                  </a:schemeClr>
                </a:solidFill>
                <a:latin typeface="Source sans pro"/>
              </a:rPr>
              <a:t> </a:t>
            </a:r>
            <a:r>
              <a:rPr lang="en-US" sz="900" dirty="0" err="1">
                <a:solidFill>
                  <a:schemeClr val="accent6">
                    <a:lumMod val="75000"/>
                  </a:schemeClr>
                </a:solidFill>
                <a:latin typeface="Source sans pro"/>
              </a:rPr>
              <a:t>opeet</a:t>
            </a:r>
            <a:endParaRPr lang="en-US" sz="900" dirty="0">
              <a:solidFill>
                <a:schemeClr val="accent6">
                  <a:lumMod val="75000"/>
                </a:schemeClr>
              </a:solidFill>
              <a:latin typeface="Source sans pro"/>
            </a:endParaRPr>
          </a:p>
          <a:p>
            <a:pPr lvl="1">
              <a:spcBef>
                <a:spcPts val="300"/>
              </a:spcBef>
              <a:spcAft>
                <a:spcPts val="300"/>
              </a:spcAft>
              <a:buClr>
                <a:schemeClr val="bg2"/>
              </a:buClr>
              <a:buSzPct val="65000"/>
            </a:pPr>
            <a:endParaRPr lang="en-US" sz="900">
              <a:solidFill>
                <a:schemeClr val="accent6">
                  <a:lumMod val="75000"/>
                </a:schemeClr>
              </a:solidFill>
              <a:latin typeface="Source sans pro"/>
            </a:endParaRPr>
          </a:p>
          <a:p>
            <a:pPr marL="628650" lvl="1" indent="-171450">
              <a:spcBef>
                <a:spcPts val="300"/>
              </a:spcBef>
              <a:spcAft>
                <a:spcPts val="300"/>
              </a:spcAft>
              <a:buClr>
                <a:schemeClr val="bg2"/>
              </a:buClr>
              <a:buSzPct val="65000"/>
              <a:buFont typeface="Source sans pro" panose="020B0503030403020204" pitchFamily="34" charset="0"/>
              <a:buChar char="▷"/>
            </a:pPr>
            <a:endParaRPr lang="en-US" sz="900" dirty="0">
              <a:solidFill>
                <a:schemeClr val="accent6">
                  <a:lumMod val="75000"/>
                </a:schemeClr>
              </a:solidFill>
              <a:latin typeface="Source sans pro"/>
            </a:endParaRPr>
          </a:p>
        </p:txBody>
      </p:sp>
      <p:sp>
        <p:nvSpPr>
          <p:cNvPr id="9" name="Rectangle 8">
            <a:extLst>
              <a:ext uri="{FF2B5EF4-FFF2-40B4-BE49-F238E27FC236}">
                <a16:creationId xmlns:a16="http://schemas.microsoft.com/office/drawing/2014/main" id="{14A46FEF-93A5-61E4-A2C8-7CBF54A51F19}"/>
              </a:ext>
            </a:extLst>
          </p:cNvPr>
          <p:cNvSpPr/>
          <p:nvPr/>
        </p:nvSpPr>
        <p:spPr>
          <a:xfrm>
            <a:off x="184213" y="1063276"/>
            <a:ext cx="8780400" cy="234000"/>
          </a:xfrm>
          <a:prstGeom prst="rect">
            <a:avLst/>
          </a:prstGeom>
          <a:solidFill>
            <a:srgbClr val="DEE2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cap="small">
                <a:solidFill>
                  <a:schemeClr val="tx1"/>
                </a:solidFill>
                <a:latin typeface="Source Sans Pro" panose="020B0503030403020204" pitchFamily="34" charset="0"/>
                <a:ea typeface="Source Sans Pro" panose="020B0503030403020204" pitchFamily="34" charset="0"/>
              </a:rPr>
              <a:t>Informal rules</a:t>
            </a:r>
          </a:p>
        </p:txBody>
      </p:sp>
      <p:sp>
        <p:nvSpPr>
          <p:cNvPr id="4" name="Rectangle 3">
            <a:extLst>
              <a:ext uri="{FF2B5EF4-FFF2-40B4-BE49-F238E27FC236}">
                <a16:creationId xmlns:a16="http://schemas.microsoft.com/office/drawing/2014/main" id="{457A1B29-1C60-C844-6F0F-0AF08AD5C46D}"/>
              </a:ext>
            </a:extLst>
          </p:cNvPr>
          <p:cNvSpPr/>
          <p:nvPr/>
        </p:nvSpPr>
        <p:spPr>
          <a:xfrm>
            <a:off x="186104"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0" name="Rectangle 9">
            <a:extLst>
              <a:ext uri="{FF2B5EF4-FFF2-40B4-BE49-F238E27FC236}">
                <a16:creationId xmlns:a16="http://schemas.microsoft.com/office/drawing/2014/main" id="{6EB97BD2-AB70-86F7-DAE7-10629BA72A79}"/>
              </a:ext>
            </a:extLst>
          </p:cNvPr>
          <p:cNvSpPr/>
          <p:nvPr/>
        </p:nvSpPr>
        <p:spPr>
          <a:xfrm>
            <a:off x="3171358"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1" name="Rectangle 10">
            <a:extLst>
              <a:ext uri="{FF2B5EF4-FFF2-40B4-BE49-F238E27FC236}">
                <a16:creationId xmlns:a16="http://schemas.microsoft.com/office/drawing/2014/main" id="{A81A83AB-5610-D39C-67E5-B2D200122BE5}"/>
              </a:ext>
            </a:extLst>
          </p:cNvPr>
          <p:cNvSpPr/>
          <p:nvPr/>
        </p:nvSpPr>
        <p:spPr>
          <a:xfrm>
            <a:off x="6156613" y="7196442"/>
            <a:ext cx="28080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2" name="Rectangle 11">
            <a:extLst>
              <a:ext uri="{FF2B5EF4-FFF2-40B4-BE49-F238E27FC236}">
                <a16:creationId xmlns:a16="http://schemas.microsoft.com/office/drawing/2014/main" id="{E9B26D70-540E-95D6-D238-4F1B697E0DCE}"/>
              </a:ext>
            </a:extLst>
          </p:cNvPr>
          <p:cNvSpPr/>
          <p:nvPr/>
        </p:nvSpPr>
        <p:spPr>
          <a:xfrm>
            <a:off x="18610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3" name="Rectangle 12">
            <a:extLst>
              <a:ext uri="{FF2B5EF4-FFF2-40B4-BE49-F238E27FC236}">
                <a16:creationId xmlns:a16="http://schemas.microsoft.com/office/drawing/2014/main" id="{5716EEFF-F2ED-2A39-6105-8F932F0B7756}"/>
              </a:ext>
            </a:extLst>
          </p:cNvPr>
          <p:cNvSpPr/>
          <p:nvPr/>
        </p:nvSpPr>
        <p:spPr>
          <a:xfrm>
            <a:off x="242587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4" name="Rectangle 13">
            <a:extLst>
              <a:ext uri="{FF2B5EF4-FFF2-40B4-BE49-F238E27FC236}">
                <a16:creationId xmlns:a16="http://schemas.microsoft.com/office/drawing/2014/main" id="{9B0D6780-74E8-A5FA-798B-2DB52E4EA0E4}"/>
              </a:ext>
            </a:extLst>
          </p:cNvPr>
          <p:cNvSpPr/>
          <p:nvPr/>
        </p:nvSpPr>
        <p:spPr>
          <a:xfrm>
            <a:off x="4665644"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5" name="Rectangle 14">
            <a:extLst>
              <a:ext uri="{FF2B5EF4-FFF2-40B4-BE49-F238E27FC236}">
                <a16:creationId xmlns:a16="http://schemas.microsoft.com/office/drawing/2014/main" id="{EF1E4AD6-838A-2EC3-EAB3-ED9BB621E35F}"/>
              </a:ext>
            </a:extLst>
          </p:cNvPr>
          <p:cNvSpPr/>
          <p:nvPr/>
        </p:nvSpPr>
        <p:spPr>
          <a:xfrm>
            <a:off x="6905413" y="7433283"/>
            <a:ext cx="2059200" cy="216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18" name="Rectangle 17">
            <a:extLst>
              <a:ext uri="{FF2B5EF4-FFF2-40B4-BE49-F238E27FC236}">
                <a16:creationId xmlns:a16="http://schemas.microsoft.com/office/drawing/2014/main" id="{95569AF1-43C0-8C6B-6A3F-2BC168D9617B}"/>
              </a:ext>
            </a:extLst>
          </p:cNvPr>
          <p:cNvSpPr/>
          <p:nvPr/>
        </p:nvSpPr>
        <p:spPr>
          <a:xfrm>
            <a:off x="-352122" y="1063276"/>
            <a:ext cx="216000" cy="5112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14.2 cm</a:t>
            </a:r>
          </a:p>
        </p:txBody>
      </p:sp>
      <p:sp>
        <p:nvSpPr>
          <p:cNvPr id="19" name="Rectangle 18">
            <a:extLst>
              <a:ext uri="{FF2B5EF4-FFF2-40B4-BE49-F238E27FC236}">
                <a16:creationId xmlns:a16="http://schemas.microsoft.com/office/drawing/2014/main" id="{0D12C8CC-70AA-01FE-84B5-F5B6D9093FD9}"/>
              </a:ext>
            </a:extLst>
          </p:cNvPr>
          <p:cNvSpPr/>
          <p:nvPr/>
        </p:nvSpPr>
        <p:spPr>
          <a:xfrm>
            <a:off x="186105" y="6980442"/>
            <a:ext cx="8773200" cy="21600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spcBef>
                <a:spcPts val="300"/>
              </a:spcBef>
              <a:spcAft>
                <a:spcPts val="600"/>
              </a:spcAft>
              <a:buClr>
                <a:schemeClr val="accent2"/>
              </a:buClr>
              <a:buSzPct val="65000"/>
            </a:pPr>
            <a:r>
              <a:rPr lang="en-US" sz="900" b="1">
                <a:solidFill>
                  <a:schemeClr val="accent6">
                    <a:lumMod val="75000"/>
                  </a:schemeClr>
                </a:solidFill>
                <a:latin typeface="Source sans pro"/>
              </a:rPr>
              <a:t>24.37 cm</a:t>
            </a:r>
          </a:p>
        </p:txBody>
      </p:sp>
      <p:sp>
        <p:nvSpPr>
          <p:cNvPr id="2" name="Rectangle 1">
            <a:extLst>
              <a:ext uri="{FF2B5EF4-FFF2-40B4-BE49-F238E27FC236}">
                <a16:creationId xmlns:a16="http://schemas.microsoft.com/office/drawing/2014/main" id="{B36FC503-B4BC-E1C7-79F1-A179AF7E778F}"/>
              </a:ext>
            </a:extLst>
          </p:cNvPr>
          <p:cNvSpPr/>
          <p:nvPr/>
        </p:nvSpPr>
        <p:spPr>
          <a:xfrm>
            <a:off x="-603287" y="106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
        <p:nvSpPr>
          <p:cNvPr id="3" name="Rectangle 2">
            <a:extLst>
              <a:ext uri="{FF2B5EF4-FFF2-40B4-BE49-F238E27FC236}">
                <a16:creationId xmlns:a16="http://schemas.microsoft.com/office/drawing/2014/main" id="{B4A8E559-5072-3A4B-E4B1-2C0C9A83F02D}"/>
              </a:ext>
            </a:extLst>
          </p:cNvPr>
          <p:cNvSpPr/>
          <p:nvPr/>
        </p:nvSpPr>
        <p:spPr>
          <a:xfrm>
            <a:off x="-603287" y="3673276"/>
            <a:ext cx="216000" cy="2502000"/>
          </a:xfrm>
          <a:prstGeom prst="rect">
            <a:avLst/>
          </a:prstGeom>
          <a:solidFill>
            <a:srgbClr val="FFE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Source Sans Pro" panose="020B0503030403020204" pitchFamily="34" charset="0"/>
              <a:ea typeface="Source Sans Pro" panose="020B0503030403020204" pitchFamily="34" charset="0"/>
              <a:cs typeface="Sabon Next LT" panose="02000500000000000000" pitchFamily="2" charset="0"/>
            </a:endParaRPr>
          </a:p>
        </p:txBody>
      </p:sp>
    </p:spTree>
    <p:extLst>
      <p:ext uri="{BB962C8B-B14F-4D97-AF65-F5344CB8AC3E}">
        <p14:creationId xmlns:p14="http://schemas.microsoft.com/office/powerpoint/2010/main" val="1600979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Kumulus Partners">
  <a:themeElements>
    <a:clrScheme name="Kumulus Partners">
      <a:dk1>
        <a:sysClr val="windowText" lastClr="000000"/>
      </a:dk1>
      <a:lt1>
        <a:sysClr val="window" lastClr="FFFFFF"/>
      </a:lt1>
      <a:dk2>
        <a:srgbClr val="0D2233"/>
      </a:dk2>
      <a:lt2>
        <a:srgbClr val="05466E"/>
      </a:lt2>
      <a:accent1>
        <a:srgbClr val="BB4949"/>
      </a:accent1>
      <a:accent2>
        <a:srgbClr val="8D99AD"/>
      </a:accent2>
      <a:accent3>
        <a:srgbClr val="805F73"/>
      </a:accent3>
      <a:accent4>
        <a:srgbClr val="69A9D5"/>
      </a:accent4>
      <a:accent5>
        <a:srgbClr val="841A1F"/>
      </a:accent5>
      <a:accent6>
        <a:srgbClr val="0A0D19"/>
      </a:accent6>
      <a:hlink>
        <a:srgbClr val="5F686D"/>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969696"/>
        </a:solidFill>
        <a:ln>
          <a:solidFill>
            <a:srgbClr val="969696"/>
          </a:solidFill>
        </a:ln>
      </a:spPr>
      <a:bodyPr wrap="square" rtlCol="0" anchor="ctr">
        <a:noAutofit/>
      </a:bodyPr>
      <a:lstStyle>
        <a:defPPr algn="ctr">
          <a:defRPr sz="900" b="1" dirty="0">
            <a:latin typeface="Source Sans Pro" panose="020B0503030403020204" pitchFamily="34" charset="0"/>
            <a:ea typeface="Source Sans Pro" panose="020B0503030403020204" pitchFamily="34" charset="0"/>
            <a:cs typeface="Sabon Next LT" panose="020005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lumMod val="50000"/>
            </a:schemeClr>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000" dirty="0">
            <a:latin typeface="Source sans pro"/>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217a255-0244-4d08-9a2a-4e5930ce1a5e" xsi:nil="true"/>
    <lcf76f155ced4ddcb4097134ff3c332f xmlns="a23f4496-0519-469d-917d-67e8a756ef9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8E41C15B2A9F4AA4B14D94FAB44E37" ma:contentTypeVersion="19" ma:contentTypeDescription="Create a new document." ma:contentTypeScope="" ma:versionID="6fbba7ce31b34be3f740bd7754fda860">
  <xsd:schema xmlns:xsd="http://www.w3.org/2001/XMLSchema" xmlns:xs="http://www.w3.org/2001/XMLSchema" xmlns:p="http://schemas.microsoft.com/office/2006/metadata/properties" xmlns:ns2="a23f4496-0519-469d-917d-67e8a756ef9e" xmlns:ns3="0217a255-0244-4d08-9a2a-4e5930ce1a5e" targetNamespace="http://schemas.microsoft.com/office/2006/metadata/properties" ma:root="true" ma:fieldsID="55a8cc7fb9effe94655cd4df51d5b800" ns2:_="" ns3:_="">
    <xsd:import namespace="a23f4496-0519-469d-917d-67e8a756ef9e"/>
    <xsd:import namespace="0217a255-0244-4d08-9a2a-4e5930ce1a5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3f4496-0519-469d-917d-67e8a756ef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ab4598-3ec9-446f-8b6c-a254edc0e9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217a255-0244-4d08-9a2a-4e5930ce1a5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4de7f7-e9aa-491d-b902-e0c01d781073}" ma:internalName="TaxCatchAll" ma:showField="CatchAllData" ma:web="0217a255-0244-4d08-9a2a-4e5930ce1a5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FA98CF-C88B-4AA2-8519-24FD6CFFF29F}">
  <ds:schemaRefs>
    <ds:schemaRef ds:uri="http://schemas.microsoft.com/sharepoint/v3/contenttype/forms"/>
  </ds:schemaRefs>
</ds:datastoreItem>
</file>

<file path=customXml/itemProps2.xml><?xml version="1.0" encoding="utf-8"?>
<ds:datastoreItem xmlns:ds="http://schemas.openxmlformats.org/officeDocument/2006/customXml" ds:itemID="{BB4F2B08-B843-4A69-88F2-FF7C5FA88AC4}">
  <ds:schemaRefs>
    <ds:schemaRef ds:uri="0217a255-0244-4d08-9a2a-4e5930ce1a5e"/>
    <ds:schemaRef ds:uri="a23f4496-0519-469d-917d-67e8a756ef9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10B8FFF-84B0-4760-A6B2-B2ABED550AAA}">
  <ds:schemaRefs>
    <ds:schemaRef ds:uri="0217a255-0244-4d08-9a2a-4e5930ce1a5e"/>
    <ds:schemaRef ds:uri="a23f4496-0519-469d-917d-67e8a756ef9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2221</Words>
  <Application>Microsoft Office PowerPoint</Application>
  <PresentationFormat>On-screen Show (4:3)</PresentationFormat>
  <Paragraphs>168</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Merriweather</vt:lpstr>
      <vt:lpstr>Palatino Linotype</vt:lpstr>
      <vt:lpstr>Source Sans Pro</vt:lpstr>
      <vt:lpstr>Source Sans Pro</vt:lpstr>
      <vt:lpstr>Wingdings</vt:lpstr>
      <vt:lpstr>Kumulus Partners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Degroof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Cruising - IM</dc:title>
  <dc:creator>Ken Kerckhofs</dc:creator>
  <cp:lastModifiedBy>Marco Tinck</cp:lastModifiedBy>
  <cp:revision>1</cp:revision>
  <cp:lastPrinted>2025-09-01T08:27:23Z</cp:lastPrinted>
  <dcterms:created xsi:type="dcterms:W3CDTF">2018-04-09T12:40:11Z</dcterms:created>
  <dcterms:modified xsi:type="dcterms:W3CDTF">2026-06-08T13:36:45Z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0x010100788E41C15B2A9F4AA4B14D94FAB44E37</vt:lpwstr>
  </property>
  <property fmtid="{D5CDD505-2E9C-101B-9397-08002B2CF9AE}" pid="3" name="MediaServiceImageTags">
    <vt:lpwstr/>
  </property>
</Properties>
</file>